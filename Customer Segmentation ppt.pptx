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1"/>
    <p:sldMasterId id="2147483818" r:id="rId2"/>
  </p:sldMasterIdLst>
  <p:notesMasterIdLst>
    <p:notesMasterId r:id="rId11"/>
  </p:notesMasterIdLst>
  <p:sldIdLst>
    <p:sldId id="256" r:id="rId3"/>
    <p:sldId id="273" r:id="rId4"/>
    <p:sldId id="274" r:id="rId5"/>
    <p:sldId id="275" r:id="rId6"/>
    <p:sldId id="277" r:id="rId7"/>
    <p:sldId id="278" r:id="rId8"/>
    <p:sldId id="284" r:id="rId9"/>
    <p:sldId id="286" r:id="rId10"/>
  </p:sldIdLst>
  <p:sldSz cx="14630400" cy="8229600"/>
  <p:notesSz cx="8229600" cy="14630400"/>
  <p:embeddedFontLst>
    <p:embeddedFont>
      <p:font typeface="Arial Black" panose="020B0A04020102020204" pitchFamily="34" charset="0"/>
      <p:bold r:id="rId12"/>
    </p:embeddedFont>
    <p:embeddedFont>
      <p:font typeface="Century Gothic" panose="020B0502020202020204" pitchFamily="34" charset="0"/>
      <p:regular r:id="rId13"/>
      <p:bold r:id="rId14"/>
      <p:italic r:id="rId15"/>
      <p:boldItalic r:id="rId16"/>
    </p:embeddedFont>
    <p:embeddedFont>
      <p:font typeface="Franklin Gothic Heavy" panose="020B0903020102020204" pitchFamily="34" charset="0"/>
      <p:regular r:id="rId17"/>
      <p:italic r:id="rId18"/>
    </p:embeddedFont>
    <p:embeddedFont>
      <p:font typeface="Rockwell" panose="02060603020205020403" pitchFamily="18" charset="0"/>
      <p:regular r:id="rId19"/>
      <p:bold r:id="rId20"/>
      <p:italic r:id="rId21"/>
      <p:boldItalic r:id="rId22"/>
    </p:embeddedFont>
    <p:embeddedFont>
      <p:font typeface="Wingdings 3" panose="05040102010807070707" pitchFamily="18" charset="2"/>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1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font" Target="fonts/font10.fntdata"/><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font" Target="fonts/font4.fntdata"/><Relationship Id="rId23" Type="http://schemas.openxmlformats.org/officeDocument/2006/relationships/font" Target="fonts/font12.fntdata"/><Relationship Id="rId10" Type="http://schemas.openxmlformats.org/officeDocument/2006/relationships/slide" Target="slides/slide8.xml"/><Relationship Id="rId19"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33705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BCFA2B0-316D-4B15-8BF4-D548C56E9B9B}" type="datetimeFigureOut">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8182B9-88B5-45B8-A851-D4ACC610B078}" type="slidenum">
              <a:rPr lang="en-IN" smtClean="0"/>
              <a:t>‹#›</a:t>
            </a:fld>
            <a:endParaRPr lang="en-IN"/>
          </a:p>
        </p:txBody>
      </p:sp>
    </p:spTree>
    <p:extLst>
      <p:ext uri="{BB962C8B-B14F-4D97-AF65-F5344CB8AC3E}">
        <p14:creationId xmlns:p14="http://schemas.microsoft.com/office/powerpoint/2010/main" val="2567145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CFA2B0-316D-4B15-8BF4-D548C56E9B9B}" type="datetimeFigureOut">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8182B9-88B5-45B8-A851-D4ACC610B078}" type="slidenum">
              <a:rPr lang="en-IN" smtClean="0"/>
              <a:t>‹#›</a:t>
            </a:fld>
            <a:endParaRPr lang="en-IN"/>
          </a:p>
        </p:txBody>
      </p:sp>
    </p:spTree>
    <p:extLst>
      <p:ext uri="{BB962C8B-B14F-4D97-AF65-F5344CB8AC3E}">
        <p14:creationId xmlns:p14="http://schemas.microsoft.com/office/powerpoint/2010/main" val="4291382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US" dirty="0"/>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82000"/>
                  </a:schemeClr>
                </a:solidFill>
              </a:defRPr>
            </a:lvl1pPr>
            <a:lvl2pPr marL="548640" indent="0">
              <a:buNone/>
              <a:defRPr sz="2400">
                <a:solidFill>
                  <a:schemeClr val="tx1">
                    <a:tint val="82000"/>
                  </a:schemeClr>
                </a:solidFill>
              </a:defRPr>
            </a:lvl2pPr>
            <a:lvl3pPr marL="1097280" indent="0">
              <a:buNone/>
              <a:defRPr sz="2160">
                <a:solidFill>
                  <a:schemeClr val="tx1">
                    <a:tint val="82000"/>
                  </a:schemeClr>
                </a:solidFill>
              </a:defRPr>
            </a:lvl3pPr>
            <a:lvl4pPr marL="1645920" indent="0">
              <a:buNone/>
              <a:defRPr sz="1920">
                <a:solidFill>
                  <a:schemeClr val="tx1">
                    <a:tint val="82000"/>
                  </a:schemeClr>
                </a:solidFill>
              </a:defRPr>
            </a:lvl4pPr>
            <a:lvl5pPr marL="2194560" indent="0">
              <a:buNone/>
              <a:defRPr sz="1920">
                <a:solidFill>
                  <a:schemeClr val="tx1">
                    <a:tint val="82000"/>
                  </a:schemeClr>
                </a:solidFill>
              </a:defRPr>
            </a:lvl5pPr>
            <a:lvl6pPr marL="2743200" indent="0">
              <a:buNone/>
              <a:defRPr sz="1920">
                <a:solidFill>
                  <a:schemeClr val="tx1">
                    <a:tint val="82000"/>
                  </a:schemeClr>
                </a:solidFill>
              </a:defRPr>
            </a:lvl6pPr>
            <a:lvl7pPr marL="3291840" indent="0">
              <a:buNone/>
              <a:defRPr sz="1920">
                <a:solidFill>
                  <a:schemeClr val="tx1">
                    <a:tint val="82000"/>
                  </a:schemeClr>
                </a:solidFill>
              </a:defRPr>
            </a:lvl7pPr>
            <a:lvl8pPr marL="3840480" indent="0">
              <a:buNone/>
              <a:defRPr sz="1920">
                <a:solidFill>
                  <a:schemeClr val="tx1">
                    <a:tint val="82000"/>
                  </a:schemeClr>
                </a:solidFill>
              </a:defRPr>
            </a:lvl8pPr>
            <a:lvl9pPr marL="4389120" indent="0">
              <a:buNone/>
              <a:defRPr sz="192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CFA2B0-316D-4B15-8BF4-D548C56E9B9B}" type="datetimeFigureOut">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8182B9-88B5-45B8-A851-D4ACC610B078}" type="slidenum">
              <a:rPr lang="en-IN" smtClean="0"/>
              <a:t>‹#›</a:t>
            </a:fld>
            <a:endParaRPr lang="en-IN"/>
          </a:p>
        </p:txBody>
      </p:sp>
    </p:spTree>
    <p:extLst>
      <p:ext uri="{BB962C8B-B14F-4D97-AF65-F5344CB8AC3E}">
        <p14:creationId xmlns:p14="http://schemas.microsoft.com/office/powerpoint/2010/main" val="1781120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CFA2B0-316D-4B15-8BF4-D548C56E9B9B}" type="datetimeFigureOut">
              <a:rPr lang="en-IN" smtClean="0"/>
              <a:t>07-01-2026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8182B9-88B5-45B8-A851-D4ACC610B078}" type="slidenum">
              <a:rPr lang="en-IN" smtClean="0"/>
              <a:t>‹#›</a:t>
            </a:fld>
            <a:endParaRPr lang="en-IN"/>
          </a:p>
        </p:txBody>
      </p:sp>
    </p:spTree>
    <p:extLst>
      <p:ext uri="{BB962C8B-B14F-4D97-AF65-F5344CB8AC3E}">
        <p14:creationId xmlns:p14="http://schemas.microsoft.com/office/powerpoint/2010/main" val="4155387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BCFA2B0-316D-4B15-8BF4-D548C56E9B9B}" type="datetimeFigureOut">
              <a:rPr lang="en-IN" smtClean="0"/>
              <a:t>07-01-2026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18182B9-88B5-45B8-A851-D4ACC610B078}" type="slidenum">
              <a:rPr lang="en-IN" smtClean="0"/>
              <a:t>‹#›</a:t>
            </a:fld>
            <a:endParaRPr lang="en-IN"/>
          </a:p>
        </p:txBody>
      </p:sp>
    </p:spTree>
    <p:extLst>
      <p:ext uri="{BB962C8B-B14F-4D97-AF65-F5344CB8AC3E}">
        <p14:creationId xmlns:p14="http://schemas.microsoft.com/office/powerpoint/2010/main" val="1097547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BCFA2B0-316D-4B15-8BF4-D548C56E9B9B}" type="datetimeFigureOut">
              <a:rPr lang="en-IN" smtClean="0"/>
              <a:t>07-01-2026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18182B9-88B5-45B8-A851-D4ACC610B078}" type="slidenum">
              <a:rPr lang="en-IN" smtClean="0"/>
              <a:t>‹#›</a:t>
            </a:fld>
            <a:endParaRPr lang="en-IN"/>
          </a:p>
        </p:txBody>
      </p:sp>
    </p:spTree>
    <p:extLst>
      <p:ext uri="{BB962C8B-B14F-4D97-AF65-F5344CB8AC3E}">
        <p14:creationId xmlns:p14="http://schemas.microsoft.com/office/powerpoint/2010/main" val="3096406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CFA2B0-316D-4B15-8BF4-D548C56E9B9B}" type="datetimeFigureOut">
              <a:rPr lang="en-IN" smtClean="0"/>
              <a:t>07-01-2026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18182B9-88B5-45B8-A851-D4ACC610B078}" type="slidenum">
              <a:rPr lang="en-IN" smtClean="0"/>
              <a:t>‹#›</a:t>
            </a:fld>
            <a:endParaRPr lang="en-IN"/>
          </a:p>
        </p:txBody>
      </p:sp>
    </p:spTree>
    <p:extLst>
      <p:ext uri="{BB962C8B-B14F-4D97-AF65-F5344CB8AC3E}">
        <p14:creationId xmlns:p14="http://schemas.microsoft.com/office/powerpoint/2010/main" val="3518880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BCFA2B0-316D-4B15-8BF4-D548C56E9B9B}" type="datetimeFigureOut">
              <a:rPr lang="en-IN" smtClean="0"/>
              <a:t>07-01-2026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8182B9-88B5-45B8-A851-D4ACC610B078}" type="slidenum">
              <a:rPr lang="en-IN" smtClean="0"/>
              <a:t>‹#›</a:t>
            </a:fld>
            <a:endParaRPr lang="en-IN"/>
          </a:p>
        </p:txBody>
      </p:sp>
    </p:spTree>
    <p:extLst>
      <p:ext uri="{BB962C8B-B14F-4D97-AF65-F5344CB8AC3E}">
        <p14:creationId xmlns:p14="http://schemas.microsoft.com/office/powerpoint/2010/main" val="583438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BCFA2B0-316D-4B15-8BF4-D548C56E9B9B}" type="datetimeFigureOut">
              <a:rPr lang="en-IN" smtClean="0"/>
              <a:t>07-01-2026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8182B9-88B5-45B8-A851-D4ACC610B078}" type="slidenum">
              <a:rPr lang="en-IN" smtClean="0"/>
              <a:t>‹#›</a:t>
            </a:fld>
            <a:endParaRPr lang="en-IN"/>
          </a:p>
        </p:txBody>
      </p:sp>
    </p:spTree>
    <p:extLst>
      <p:ext uri="{BB962C8B-B14F-4D97-AF65-F5344CB8AC3E}">
        <p14:creationId xmlns:p14="http://schemas.microsoft.com/office/powerpoint/2010/main" val="2381526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CFA2B0-316D-4B15-8BF4-D548C56E9B9B}" type="datetimeFigureOut">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8182B9-88B5-45B8-A851-D4ACC610B078}" type="slidenum">
              <a:rPr lang="en-IN" smtClean="0"/>
              <a:t>‹#›</a:t>
            </a:fld>
            <a:endParaRPr lang="en-IN"/>
          </a:p>
        </p:txBody>
      </p:sp>
    </p:spTree>
    <p:extLst>
      <p:ext uri="{BB962C8B-B14F-4D97-AF65-F5344CB8AC3E}">
        <p14:creationId xmlns:p14="http://schemas.microsoft.com/office/powerpoint/2010/main" val="3351508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CFA2B0-316D-4B15-8BF4-D548C56E9B9B}" type="datetimeFigureOut">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8182B9-88B5-45B8-A851-D4ACC610B078}" type="slidenum">
              <a:rPr lang="en-IN" smtClean="0"/>
              <a:t>‹#›</a:t>
            </a:fld>
            <a:endParaRPr lang="en-IN"/>
          </a:p>
        </p:txBody>
      </p:sp>
    </p:spTree>
    <p:extLst>
      <p:ext uri="{BB962C8B-B14F-4D97-AF65-F5344CB8AC3E}">
        <p14:creationId xmlns:p14="http://schemas.microsoft.com/office/powerpoint/2010/main" val="36588926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4630400" cy="82296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385946" y="2519679"/>
            <a:ext cx="10590790" cy="3213178"/>
          </a:xfrm>
        </p:spPr>
        <p:txBody>
          <a:bodyPr anchor="b"/>
          <a:lstStyle>
            <a:lvl1pPr>
              <a:defRPr sz="6480"/>
            </a:lvl1pPr>
          </a:lstStyle>
          <a:p>
            <a:r>
              <a:rPr lang="en-US"/>
              <a:t>Click to edit Master title style</a:t>
            </a:r>
            <a:endParaRPr lang="en-US" dirty="0"/>
          </a:p>
        </p:txBody>
      </p:sp>
      <p:sp>
        <p:nvSpPr>
          <p:cNvPr id="3" name="Subtitle 2"/>
          <p:cNvSpPr>
            <a:spLocks noGrp="1"/>
          </p:cNvSpPr>
          <p:nvPr>
            <p:ph type="subTitle" idx="1"/>
          </p:nvPr>
        </p:nvSpPr>
        <p:spPr bwMode="gray">
          <a:xfrm>
            <a:off x="1385946" y="5732856"/>
            <a:ext cx="10590790" cy="1033704"/>
          </a:xfrm>
        </p:spPr>
        <p:txBody>
          <a:bodyPr anchor="t"/>
          <a:lstStyle>
            <a:lvl1pPr marL="0" indent="0" algn="l">
              <a:buNone/>
              <a:defRPr cap="all">
                <a:solidFill>
                  <a:schemeClr val="accent1">
                    <a:lumMod val="60000"/>
                    <a:lumOff val="40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2190781" y="2150669"/>
            <a:ext cx="1188719" cy="365759"/>
          </a:xfrm>
        </p:spPr>
        <p:txBody>
          <a:bodyPr anchor="t"/>
          <a:lstStyle>
            <a:lvl1pPr algn="l">
              <a:defRPr b="0" i="0">
                <a:solidFill>
                  <a:schemeClr val="bg1">
                    <a:alpha val="60000"/>
                  </a:schemeClr>
                </a:solidFill>
              </a:defRPr>
            </a:lvl1pPr>
          </a:lstStyle>
          <a:p>
            <a:fld id="{4BDF68E2-58F2-4D09-BE8B-E3BD06533059}" type="datetimeFigureOut">
              <a:rPr lang="en-US" smtClean="0"/>
              <a:t>1/7/2026</a:t>
            </a:fld>
            <a:endParaRPr lang="en-US" dirty="0"/>
          </a:p>
        </p:txBody>
      </p:sp>
      <p:sp>
        <p:nvSpPr>
          <p:cNvPr id="5" name="Footer Placeholder 4"/>
          <p:cNvSpPr>
            <a:spLocks noGrp="1"/>
          </p:cNvSpPr>
          <p:nvPr>
            <p:ph type="ftr" sz="quarter" idx="11"/>
          </p:nvPr>
        </p:nvSpPr>
        <p:spPr bwMode="gray">
          <a:xfrm rot="5400000">
            <a:off x="10742372" y="3873399"/>
            <a:ext cx="4631754" cy="36576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2423049" y="354876"/>
            <a:ext cx="1005839" cy="921224"/>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8545670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385945" y="3124200"/>
            <a:ext cx="10590791"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t>‹#›</a:t>
            </a:fld>
            <a:endParaRPr lang="en-US" dirty="0"/>
          </a:p>
        </p:txBody>
      </p:sp>
    </p:spTree>
    <p:extLst>
      <p:ext uri="{BB962C8B-B14F-4D97-AF65-F5344CB8AC3E}">
        <p14:creationId xmlns:p14="http://schemas.microsoft.com/office/powerpoint/2010/main" val="159716376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4630400" cy="82296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385945" y="3213174"/>
            <a:ext cx="5221230" cy="2740589"/>
          </a:xfrm>
        </p:spPr>
        <p:txBody>
          <a:bodyPr anchor="ct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8274671" y="3213173"/>
            <a:ext cx="4509054" cy="2740589"/>
          </a:xfrm>
        </p:spPr>
        <p:txBody>
          <a:bodyPr anchor="ctr"/>
          <a:lstStyle>
            <a:lvl1pPr marL="0" indent="0" algn="l">
              <a:buNone/>
              <a:defRPr sz="2400" cap="all">
                <a:solidFill>
                  <a:schemeClr val="accent1">
                    <a:lumMod val="60000"/>
                    <a:lumOff val="4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60642245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385945" y="3124201"/>
            <a:ext cx="5790190" cy="409956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50455" y="3124200"/>
            <a:ext cx="5790191" cy="40995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smtClean="0"/>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28127973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85946" y="3124200"/>
            <a:ext cx="5790188" cy="691514"/>
          </a:xfrm>
        </p:spPr>
        <p:txBody>
          <a:bodyPr anchor="b">
            <a:noAutofit/>
          </a:bodyPr>
          <a:lstStyle>
            <a:lvl1pPr marL="0" indent="0">
              <a:buNone/>
              <a:defRPr sz="2880" b="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385945" y="3815715"/>
            <a:ext cx="5790190" cy="3408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50455" y="3124200"/>
            <a:ext cx="5790191" cy="691514"/>
          </a:xfrm>
        </p:spPr>
        <p:txBody>
          <a:bodyPr anchor="b">
            <a:noAutofit/>
          </a:bodyPr>
          <a:lstStyle>
            <a:lvl1pPr marL="0" indent="0">
              <a:buNone/>
              <a:defRPr sz="2880" b="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50455" y="3815715"/>
            <a:ext cx="5790191" cy="3408047"/>
          </a:xfrm>
        </p:spPr>
        <p:txBody>
          <a:bodyPr>
            <a:normAutofit/>
          </a:bodyPr>
          <a:lstStyle>
            <a:lvl1pPr>
              <a:defRPr sz="2160"/>
            </a:lvl1pPr>
            <a:lvl2pPr>
              <a:defRPr sz="1920"/>
            </a:lvl2pPr>
            <a:lvl3pPr>
              <a:defRPr sz="168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smtClean="0"/>
              <a:t>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66033506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385945" y="1168402"/>
            <a:ext cx="10513696" cy="848357"/>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smtClean="0"/>
              <a:t>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29069717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94136C-8742-45B2-AF27-D93DF72833A9}" type="datetimeFigureOut">
              <a:rPr lang="en-US" smtClean="0"/>
              <a:t>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82012451"/>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4630400" cy="82296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385946" y="1554480"/>
            <a:ext cx="3351790" cy="1920240"/>
          </a:xfrm>
        </p:spPr>
        <p:txBody>
          <a:bodyPr anchor="b"/>
          <a:lstStyle>
            <a:lvl1pPr algn="l">
              <a:defRPr sz="2880" b="0"/>
            </a:lvl1pPr>
          </a:lstStyle>
          <a:p>
            <a:r>
              <a:rPr lang="en-US"/>
              <a:t>Click to edit Master title style</a:t>
            </a:r>
            <a:endParaRPr lang="en-US" dirty="0"/>
          </a:p>
        </p:txBody>
      </p:sp>
      <p:sp>
        <p:nvSpPr>
          <p:cNvPr id="3" name="Content Placeholder 2"/>
          <p:cNvSpPr>
            <a:spLocks noGrp="1"/>
          </p:cNvSpPr>
          <p:nvPr>
            <p:ph idx="1"/>
          </p:nvPr>
        </p:nvSpPr>
        <p:spPr>
          <a:xfrm>
            <a:off x="6937375" y="1737360"/>
            <a:ext cx="6228079" cy="54864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385945" y="3755137"/>
            <a:ext cx="3351790" cy="3474719"/>
          </a:xfrm>
        </p:spPr>
        <p:txBody>
          <a:bodyPr/>
          <a:lstStyle>
            <a:lvl1pPr marL="0" indent="0">
              <a:buNone/>
              <a:defRPr sz="1680">
                <a:solidFill>
                  <a:schemeClr val="accent1">
                    <a:lumMod val="60000"/>
                    <a:lumOff val="40000"/>
                  </a:schemeClr>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32ABBEA6-7C60-4B02-AE87-00D78D8422AF}" type="datetimeFigureOut">
              <a:rPr lang="en-US" smtClean="0"/>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33157365"/>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4630400" cy="82296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385946" y="2032000"/>
            <a:ext cx="4638161" cy="2082800"/>
          </a:xfrm>
        </p:spPr>
        <p:txBody>
          <a:bodyPr anchor="b">
            <a:normAutofit/>
          </a:bodyPr>
          <a:lstStyle>
            <a:lvl1pPr algn="l">
              <a:defRPr sz="432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57444" y="1371600"/>
            <a:ext cx="3872632" cy="548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385945" y="4389120"/>
            <a:ext cx="4631054" cy="1645920"/>
          </a:xfrm>
        </p:spPr>
        <p:txBody>
          <a:bodyPr>
            <a:normAutofit/>
          </a:bodyPr>
          <a:lstStyle>
            <a:lvl1pPr marL="0" indent="0">
              <a:buNone/>
              <a:defRPr sz="1680">
                <a:solidFill>
                  <a:schemeClr val="accent1">
                    <a:lumMod val="60000"/>
                    <a:lumOff val="40000"/>
                  </a:schemeClr>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smtClean="0"/>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196924145"/>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4630400" cy="82296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385945" y="5963912"/>
            <a:ext cx="10590791" cy="680086"/>
          </a:xfrm>
        </p:spPr>
        <p:txBody>
          <a:bodyPr anchor="b">
            <a:normAutofit/>
          </a:bodyPr>
          <a:lstStyle>
            <a:lvl1pPr algn="l">
              <a:defRPr sz="28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85945" y="822960"/>
            <a:ext cx="10590791" cy="41148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1385945" y="6643998"/>
            <a:ext cx="10590790" cy="592454"/>
          </a:xfrm>
        </p:spPr>
        <p:txBody>
          <a:bodyPr>
            <a:normAutofit/>
          </a:bodyPr>
          <a:lstStyle>
            <a:lvl1pPr marL="0" indent="0">
              <a:buNone/>
              <a:defRPr sz="1440">
                <a:solidFill>
                  <a:schemeClr val="accent1">
                    <a:lumMod val="60000"/>
                    <a:lumOff val="40000"/>
                  </a:schemeClr>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CBCFA2B0-316D-4B15-8BF4-D548C56E9B9B}" type="datetimeFigureOut">
              <a:rPr lang="en-IN" smtClean="0"/>
              <a:t>07-01-2026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18182B9-88B5-45B8-A851-D4ACC610B078}" type="slidenum">
              <a:rPr lang="en-IN" smtClean="0"/>
              <a:t>‹#›</a:t>
            </a:fld>
            <a:endParaRPr lang="en-IN"/>
          </a:p>
        </p:txBody>
      </p:sp>
    </p:spTree>
    <p:extLst>
      <p:ext uri="{BB962C8B-B14F-4D97-AF65-F5344CB8AC3E}">
        <p14:creationId xmlns:p14="http://schemas.microsoft.com/office/powerpoint/2010/main" val="38299152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4630400" cy="82296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378558" y="1276101"/>
            <a:ext cx="10598179" cy="1647583"/>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385945" y="4251960"/>
            <a:ext cx="10590791" cy="2971800"/>
          </a:xfrm>
        </p:spPr>
        <p:txBody>
          <a:bodyPr anchor="ctr">
            <a:normAutofit/>
          </a:bodyPr>
          <a:lstStyle>
            <a:lvl1pPr marL="0" indent="0">
              <a:buNone/>
              <a:defRPr sz="21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4" name="Date Placeholder 3"/>
          <p:cNvSpPr>
            <a:spLocks noGrp="1"/>
          </p:cNvSpPr>
          <p:nvPr>
            <p:ph type="dt" sz="half" idx="10"/>
          </p:nvPr>
        </p:nvSpPr>
        <p:spPr/>
        <p:txBody>
          <a:bodyPr/>
          <a:lstStyle/>
          <a:p>
            <a:fld id="{CBCFA2B0-316D-4B15-8BF4-D548C56E9B9B}" type="datetimeFigureOut">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8182B9-88B5-45B8-A851-D4ACC610B078}" type="slidenum">
              <a:rPr lang="en-IN" smtClean="0"/>
              <a:t>‹#›</a:t>
            </a:fld>
            <a:endParaRPr lang="en-IN"/>
          </a:p>
        </p:txBody>
      </p:sp>
    </p:spTree>
    <p:extLst>
      <p:ext uri="{BB962C8B-B14F-4D97-AF65-F5344CB8AC3E}">
        <p14:creationId xmlns:p14="http://schemas.microsoft.com/office/powerpoint/2010/main" val="33130735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4630400" cy="82296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1057879" y="728803"/>
            <a:ext cx="962294" cy="1865126"/>
          </a:xfrm>
          <a:prstGeom prst="rect">
            <a:avLst/>
          </a:prstGeom>
          <a:noFill/>
        </p:spPr>
        <p:txBody>
          <a:bodyPr wrap="square" rtlCol="0">
            <a:spAutoFit/>
          </a:bodyPr>
          <a:lstStyle/>
          <a:p>
            <a:pPr algn="r"/>
            <a:r>
              <a:rPr lang="en-US" sz="11520" b="0" i="0" dirty="0">
                <a:solidFill>
                  <a:schemeClr val="accent1">
                    <a:lumMod val="60000"/>
                    <a:lumOff val="40000"/>
                  </a:schemeClr>
                </a:solidFill>
                <a:latin typeface="Arial"/>
                <a:cs typeface="Arial"/>
              </a:rPr>
              <a:t>“</a:t>
            </a:r>
          </a:p>
        </p:txBody>
      </p:sp>
      <p:sp>
        <p:nvSpPr>
          <p:cNvPr id="13" name="TextBox 12"/>
          <p:cNvSpPr txBox="1"/>
          <p:nvPr/>
        </p:nvSpPr>
        <p:spPr bwMode="gray">
          <a:xfrm>
            <a:off x="11861350" y="3136545"/>
            <a:ext cx="783316" cy="1865126"/>
          </a:xfrm>
          <a:prstGeom prst="rect">
            <a:avLst/>
          </a:prstGeom>
          <a:noFill/>
        </p:spPr>
        <p:txBody>
          <a:bodyPr wrap="square" rtlCol="0">
            <a:spAutoFit/>
          </a:bodyPr>
          <a:lstStyle/>
          <a:p>
            <a:pPr algn="r"/>
            <a:r>
              <a:rPr lang="en-US" sz="1152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898254" y="1178561"/>
            <a:ext cx="10144687" cy="3235958"/>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2335135" y="4414519"/>
            <a:ext cx="9277463" cy="410609"/>
          </a:xfrm>
        </p:spPr>
        <p:txBody>
          <a:bodyPr anchor="t">
            <a:normAutofit/>
          </a:bodyPr>
          <a:lstStyle>
            <a:lvl1pPr marL="0" indent="0">
              <a:buNone/>
              <a:defRPr lang="en-US" sz="1680" b="0" i="0" kern="1200" cap="small" dirty="0">
                <a:solidFill>
                  <a:schemeClr val="accent1">
                    <a:lumMod val="60000"/>
                    <a:lumOff val="40000"/>
                  </a:schemeClr>
                </a:solidFill>
                <a:latin typeface="+mn-lt"/>
                <a:ea typeface="+mn-ea"/>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10" name="Text Placeholder 3"/>
          <p:cNvSpPr>
            <a:spLocks noGrp="1"/>
          </p:cNvSpPr>
          <p:nvPr>
            <p:ph type="body" sz="half" idx="2"/>
          </p:nvPr>
        </p:nvSpPr>
        <p:spPr>
          <a:xfrm>
            <a:off x="1385946" y="6035040"/>
            <a:ext cx="11093876" cy="1197428"/>
          </a:xfrm>
        </p:spPr>
        <p:txBody>
          <a:bodyPr anchor="ctr">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4" name="Date Placeholder 3"/>
          <p:cNvSpPr>
            <a:spLocks noGrp="1"/>
          </p:cNvSpPr>
          <p:nvPr>
            <p:ph type="dt" sz="half" idx="10"/>
          </p:nvPr>
        </p:nvSpPr>
        <p:spPr/>
        <p:txBody>
          <a:bodyPr/>
          <a:lstStyle/>
          <a:p>
            <a:fld id="{CBCFA2B0-316D-4B15-8BF4-D548C56E9B9B}" type="datetimeFigureOut">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8182B9-88B5-45B8-A851-D4ACC610B078}" type="slidenum">
              <a:rPr lang="en-IN" smtClean="0"/>
              <a:t>‹#›</a:t>
            </a:fld>
            <a:endParaRPr lang="en-IN"/>
          </a:p>
        </p:txBody>
      </p:sp>
    </p:spTree>
    <p:extLst>
      <p:ext uri="{BB962C8B-B14F-4D97-AF65-F5344CB8AC3E}">
        <p14:creationId xmlns:p14="http://schemas.microsoft.com/office/powerpoint/2010/main" val="39125051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4630400" cy="82296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385945" y="2844800"/>
            <a:ext cx="10590792" cy="2187017"/>
          </a:xfrm>
        </p:spPr>
        <p:txBody>
          <a:bodyPr anchor="b"/>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385945" y="6029960"/>
            <a:ext cx="10590791" cy="1032480"/>
          </a:xfrm>
        </p:spPr>
        <p:txBody>
          <a:bodyPr anchor="t"/>
          <a:lstStyle>
            <a:lvl1pPr marL="0" indent="0" algn="l">
              <a:buNone/>
              <a:defRPr sz="2400" cap="none">
                <a:solidFill>
                  <a:schemeClr val="accent1">
                    <a:lumMod val="60000"/>
                    <a:lumOff val="4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CFA2B0-316D-4B15-8BF4-D548C56E9B9B}" type="datetimeFigureOut">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8182B9-88B5-45B8-A851-D4ACC610B078}" type="slidenum">
              <a:rPr lang="en-IN" smtClean="0"/>
              <a:t>‹#›</a:t>
            </a:fld>
            <a:endParaRPr lang="en-IN"/>
          </a:p>
        </p:txBody>
      </p:sp>
    </p:spTree>
    <p:extLst>
      <p:ext uri="{BB962C8B-B14F-4D97-AF65-F5344CB8AC3E}">
        <p14:creationId xmlns:p14="http://schemas.microsoft.com/office/powerpoint/2010/main" val="25654182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385945" y="1168402"/>
            <a:ext cx="10590791" cy="848357"/>
          </a:xfrm>
        </p:spPr>
        <p:txBody>
          <a:bodyPr/>
          <a:lstStyle>
            <a:lvl1pPr>
              <a:defRPr sz="4320"/>
            </a:lvl1pPr>
          </a:lstStyle>
          <a:p>
            <a:r>
              <a:rPr lang="en-US"/>
              <a:t>Click to edit Master title style</a:t>
            </a:r>
            <a:endParaRPr lang="en-US" dirty="0"/>
          </a:p>
        </p:txBody>
      </p:sp>
      <p:sp>
        <p:nvSpPr>
          <p:cNvPr id="3" name="Text Placeholder 2"/>
          <p:cNvSpPr>
            <a:spLocks noGrp="1"/>
          </p:cNvSpPr>
          <p:nvPr>
            <p:ph type="body" idx="1"/>
          </p:nvPr>
        </p:nvSpPr>
        <p:spPr>
          <a:xfrm>
            <a:off x="1385945" y="3124203"/>
            <a:ext cx="3770254" cy="691514"/>
          </a:xfrm>
        </p:spPr>
        <p:txBody>
          <a:bodyPr anchor="b">
            <a:noAutofit/>
          </a:bodyPr>
          <a:lstStyle>
            <a:lvl1pPr marL="0" indent="0">
              <a:buNone/>
              <a:defRPr sz="2880" b="0">
                <a:solidFill>
                  <a:schemeClr val="accent1">
                    <a:lumMod val="60000"/>
                    <a:lumOff val="4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6" name="Text Placeholder 3"/>
          <p:cNvSpPr>
            <a:spLocks noGrp="1"/>
          </p:cNvSpPr>
          <p:nvPr>
            <p:ph type="body" sz="half" idx="15"/>
          </p:nvPr>
        </p:nvSpPr>
        <p:spPr>
          <a:xfrm>
            <a:off x="1385944" y="3815717"/>
            <a:ext cx="3770255" cy="3416752"/>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Text Placeholder 4"/>
          <p:cNvSpPr>
            <a:spLocks noGrp="1"/>
          </p:cNvSpPr>
          <p:nvPr>
            <p:ph type="body" sz="quarter" idx="3"/>
          </p:nvPr>
        </p:nvSpPr>
        <p:spPr>
          <a:xfrm>
            <a:off x="5415266" y="3124200"/>
            <a:ext cx="3776411" cy="691514"/>
          </a:xfrm>
        </p:spPr>
        <p:txBody>
          <a:bodyPr anchor="b">
            <a:noAutofit/>
          </a:bodyPr>
          <a:lstStyle>
            <a:lvl1pPr marL="0" indent="0">
              <a:buNone/>
              <a:defRPr sz="2880" b="0">
                <a:solidFill>
                  <a:schemeClr val="accent1">
                    <a:lumMod val="60000"/>
                    <a:lumOff val="4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9" name="Text Placeholder 3"/>
          <p:cNvSpPr>
            <a:spLocks noGrp="1"/>
          </p:cNvSpPr>
          <p:nvPr>
            <p:ph type="body" sz="half" idx="16"/>
          </p:nvPr>
        </p:nvSpPr>
        <p:spPr>
          <a:xfrm>
            <a:off x="5415266" y="3815716"/>
            <a:ext cx="3776411" cy="3416752"/>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14" name="Text Placeholder 4"/>
          <p:cNvSpPr>
            <a:spLocks noGrp="1"/>
          </p:cNvSpPr>
          <p:nvPr>
            <p:ph type="body" sz="quarter" idx="13"/>
          </p:nvPr>
        </p:nvSpPr>
        <p:spPr>
          <a:xfrm>
            <a:off x="9465762" y="3124201"/>
            <a:ext cx="3774876" cy="691514"/>
          </a:xfrm>
        </p:spPr>
        <p:txBody>
          <a:bodyPr anchor="b">
            <a:noAutofit/>
          </a:bodyPr>
          <a:lstStyle>
            <a:lvl1pPr marL="0" indent="0">
              <a:buNone/>
              <a:defRPr sz="2880" b="0">
                <a:solidFill>
                  <a:schemeClr val="accent1">
                    <a:lumMod val="60000"/>
                    <a:lumOff val="4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0" name="Text Placeholder 3"/>
          <p:cNvSpPr>
            <a:spLocks noGrp="1"/>
          </p:cNvSpPr>
          <p:nvPr>
            <p:ph type="body" sz="half" idx="17"/>
          </p:nvPr>
        </p:nvSpPr>
        <p:spPr>
          <a:xfrm>
            <a:off x="9465995" y="3815715"/>
            <a:ext cx="3774643" cy="3416752"/>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cxnSp>
        <p:nvCxnSpPr>
          <p:cNvPr id="17" name="Straight Connector 16"/>
          <p:cNvCxnSpPr/>
          <p:nvPr/>
        </p:nvCxnSpPr>
        <p:spPr>
          <a:xfrm>
            <a:off x="5284765" y="3083560"/>
            <a:ext cx="0" cy="41909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9326881" y="3083560"/>
            <a:ext cx="0" cy="41909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BCFA2B0-316D-4B15-8BF4-D548C56E9B9B}" type="datetimeFigureOut">
              <a:rPr lang="en-IN" smtClean="0"/>
              <a:t>07-01-2026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18182B9-88B5-45B8-A851-D4ACC610B078}" type="slidenum">
              <a:rPr lang="en-IN" smtClean="0"/>
              <a:t>‹#›</a:t>
            </a:fld>
            <a:endParaRPr lang="en-IN"/>
          </a:p>
        </p:txBody>
      </p:sp>
    </p:spTree>
    <p:extLst>
      <p:ext uri="{BB962C8B-B14F-4D97-AF65-F5344CB8AC3E}">
        <p14:creationId xmlns:p14="http://schemas.microsoft.com/office/powerpoint/2010/main" val="32344919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385945" y="1168402"/>
            <a:ext cx="10590791" cy="848357"/>
          </a:xfrm>
        </p:spPr>
        <p:txBody>
          <a:bodyPr/>
          <a:lstStyle>
            <a:lvl1pPr>
              <a:defRPr sz="4320"/>
            </a:lvl1pPr>
          </a:lstStyle>
          <a:p>
            <a:r>
              <a:rPr lang="en-US"/>
              <a:t>Click to edit Master title style</a:t>
            </a:r>
            <a:endParaRPr lang="en-US" dirty="0"/>
          </a:p>
        </p:txBody>
      </p:sp>
      <p:sp>
        <p:nvSpPr>
          <p:cNvPr id="3" name="Text Placeholder 2"/>
          <p:cNvSpPr>
            <a:spLocks noGrp="1"/>
          </p:cNvSpPr>
          <p:nvPr>
            <p:ph type="body" idx="1"/>
          </p:nvPr>
        </p:nvSpPr>
        <p:spPr>
          <a:xfrm>
            <a:off x="1385945" y="5439413"/>
            <a:ext cx="3660526" cy="691514"/>
          </a:xfrm>
        </p:spPr>
        <p:txBody>
          <a:bodyPr anchor="b">
            <a:noAutofit/>
          </a:bodyPr>
          <a:lstStyle>
            <a:lvl1pPr marL="0" indent="0">
              <a:buNone/>
              <a:defRPr sz="2880" b="0">
                <a:solidFill>
                  <a:schemeClr val="accent1">
                    <a:lumMod val="60000"/>
                    <a:lumOff val="4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9" name="Picture Placeholder 2"/>
          <p:cNvSpPr>
            <a:spLocks noGrp="1" noChangeAspect="1"/>
          </p:cNvSpPr>
          <p:nvPr>
            <p:ph type="pic" idx="15"/>
          </p:nvPr>
        </p:nvSpPr>
        <p:spPr>
          <a:xfrm>
            <a:off x="1601464" y="3124200"/>
            <a:ext cx="3229490" cy="190981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2" name="Text Placeholder 3"/>
          <p:cNvSpPr>
            <a:spLocks noGrp="1"/>
          </p:cNvSpPr>
          <p:nvPr>
            <p:ph type="body" sz="half" idx="18"/>
          </p:nvPr>
        </p:nvSpPr>
        <p:spPr>
          <a:xfrm>
            <a:off x="1385945" y="6130927"/>
            <a:ext cx="3660526" cy="1101542"/>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Text Placeholder 4"/>
          <p:cNvSpPr>
            <a:spLocks noGrp="1"/>
          </p:cNvSpPr>
          <p:nvPr>
            <p:ph type="body" sz="quarter" idx="3"/>
          </p:nvPr>
        </p:nvSpPr>
        <p:spPr>
          <a:xfrm>
            <a:off x="5482638" y="5439413"/>
            <a:ext cx="3660526" cy="691516"/>
          </a:xfrm>
        </p:spPr>
        <p:txBody>
          <a:bodyPr anchor="b">
            <a:noAutofit/>
          </a:bodyPr>
          <a:lstStyle>
            <a:lvl1pPr marL="0" indent="0">
              <a:buNone/>
              <a:defRPr sz="2880" b="0">
                <a:solidFill>
                  <a:schemeClr val="accent1">
                    <a:lumMod val="60000"/>
                    <a:lumOff val="4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1" name="Picture Placeholder 2"/>
          <p:cNvSpPr>
            <a:spLocks noGrp="1" noChangeAspect="1"/>
          </p:cNvSpPr>
          <p:nvPr>
            <p:ph type="pic" idx="21"/>
          </p:nvPr>
        </p:nvSpPr>
        <p:spPr>
          <a:xfrm>
            <a:off x="5698155" y="3124200"/>
            <a:ext cx="3229492" cy="190981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3" name="Text Placeholder 3"/>
          <p:cNvSpPr>
            <a:spLocks noGrp="1"/>
          </p:cNvSpPr>
          <p:nvPr>
            <p:ph type="body" sz="half" idx="19"/>
          </p:nvPr>
        </p:nvSpPr>
        <p:spPr>
          <a:xfrm>
            <a:off x="5484206" y="6130926"/>
            <a:ext cx="3660526" cy="1101542"/>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14" name="Text Placeholder 4"/>
          <p:cNvSpPr>
            <a:spLocks noGrp="1"/>
          </p:cNvSpPr>
          <p:nvPr>
            <p:ph type="body" sz="quarter" idx="13"/>
          </p:nvPr>
        </p:nvSpPr>
        <p:spPr>
          <a:xfrm>
            <a:off x="9579331" y="5439414"/>
            <a:ext cx="3661314" cy="691514"/>
          </a:xfrm>
        </p:spPr>
        <p:txBody>
          <a:bodyPr anchor="b">
            <a:noAutofit/>
          </a:bodyPr>
          <a:lstStyle>
            <a:lvl1pPr marL="0" indent="0">
              <a:buNone/>
              <a:defRPr sz="2880" b="0">
                <a:solidFill>
                  <a:schemeClr val="accent1">
                    <a:lumMod val="60000"/>
                    <a:lumOff val="40000"/>
                  </a:schemeClr>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2" name="Picture Placeholder 2"/>
          <p:cNvSpPr>
            <a:spLocks noGrp="1" noChangeAspect="1"/>
          </p:cNvSpPr>
          <p:nvPr>
            <p:ph type="pic" idx="22"/>
          </p:nvPr>
        </p:nvSpPr>
        <p:spPr>
          <a:xfrm>
            <a:off x="9795637" y="3124200"/>
            <a:ext cx="3229490" cy="190981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4" name="Text Placeholder 3"/>
          <p:cNvSpPr>
            <a:spLocks noGrp="1"/>
          </p:cNvSpPr>
          <p:nvPr>
            <p:ph type="body" sz="half" idx="20"/>
          </p:nvPr>
        </p:nvSpPr>
        <p:spPr>
          <a:xfrm>
            <a:off x="9579330" y="6130925"/>
            <a:ext cx="3661315" cy="1101542"/>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cxnSp>
        <p:nvCxnSpPr>
          <p:cNvPr id="43" name="Straight Connector 42"/>
          <p:cNvCxnSpPr/>
          <p:nvPr/>
        </p:nvCxnSpPr>
        <p:spPr>
          <a:xfrm>
            <a:off x="5286997" y="3083560"/>
            <a:ext cx="0" cy="41909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9357362" y="3083560"/>
            <a:ext cx="0" cy="41909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BCFA2B0-316D-4B15-8BF4-D548C56E9B9B}" type="datetimeFigureOut">
              <a:rPr lang="en-IN" smtClean="0"/>
              <a:t>07-01-2026</a:t>
            </a:fld>
            <a:endParaRPr lang="en-IN"/>
          </a:p>
        </p:txBody>
      </p:sp>
      <p:sp>
        <p:nvSpPr>
          <p:cNvPr id="8" name="Footer Placeholder 7"/>
          <p:cNvSpPr>
            <a:spLocks noGrp="1"/>
          </p:cNvSpPr>
          <p:nvPr>
            <p:ph type="ftr" sz="quarter" idx="11"/>
          </p:nvPr>
        </p:nvSpPr>
        <p:spPr>
          <a:xfrm>
            <a:off x="673333" y="7670206"/>
            <a:ext cx="4373138" cy="365761"/>
          </a:xfrm>
        </p:spPr>
        <p:txBody>
          <a:bodyPr/>
          <a:lstStyle/>
          <a:p>
            <a:endParaRPr lang="en-IN"/>
          </a:p>
        </p:txBody>
      </p:sp>
      <p:sp>
        <p:nvSpPr>
          <p:cNvPr id="9" name="Slide Number Placeholder 8"/>
          <p:cNvSpPr>
            <a:spLocks noGrp="1"/>
          </p:cNvSpPr>
          <p:nvPr>
            <p:ph type="sldNum" sz="quarter" idx="12"/>
          </p:nvPr>
        </p:nvSpPr>
        <p:spPr/>
        <p:txBody>
          <a:bodyPr/>
          <a:lstStyle/>
          <a:p>
            <a:fld id="{F18182B9-88B5-45B8-A851-D4ACC610B078}" type="slidenum">
              <a:rPr lang="en-IN" smtClean="0"/>
              <a:t>‹#›</a:t>
            </a:fld>
            <a:endParaRPr lang="en-IN"/>
          </a:p>
        </p:txBody>
      </p:sp>
    </p:spTree>
    <p:extLst>
      <p:ext uri="{BB962C8B-B14F-4D97-AF65-F5344CB8AC3E}">
        <p14:creationId xmlns:p14="http://schemas.microsoft.com/office/powerpoint/2010/main" val="26471258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385945" y="1168402"/>
            <a:ext cx="10590791" cy="84835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85945" y="3124200"/>
            <a:ext cx="10590791" cy="409956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2834527" y="7670206"/>
            <a:ext cx="1188719" cy="365759"/>
          </a:xfrm>
        </p:spPr>
        <p:txBody>
          <a:bodyPr/>
          <a:lstStyle/>
          <a:p>
            <a:fld id="{2E2D6473-DF6D-4702-B328-E0DD40540A4E}" type="datetimeFigureOut">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474741233"/>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4630400" cy="82296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10302283" y="1534160"/>
            <a:ext cx="1691958" cy="5698308"/>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385945" y="1534160"/>
            <a:ext cx="7507230" cy="569830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2783725" y="7670206"/>
            <a:ext cx="1190562" cy="365759"/>
          </a:xfrm>
        </p:spPr>
        <p:txBody>
          <a:bodyPr/>
          <a:lstStyle/>
          <a:p>
            <a:fld id="{E26F7E3A-B166-407D-9866-32884E7D5B37}" type="datetimeFigureOut">
              <a:rPr lang="en-US" smtClean="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530680636"/>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366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82000"/>
                  </a:schemeClr>
                </a:solidFill>
              </a:defRPr>
            </a:lvl1pPr>
          </a:lstStyle>
          <a:p>
            <a:fld id="{CBCFA2B0-316D-4B15-8BF4-D548C56E9B9B}" type="datetimeFigureOut">
              <a:rPr lang="en-IN" smtClean="0"/>
              <a:t>07-01-2026</a:t>
            </a:fld>
            <a:endParaRPr lang="en-IN"/>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82000"/>
                  </a:schemeClr>
                </a:solidFill>
              </a:defRPr>
            </a:lvl1pPr>
          </a:lstStyle>
          <a:p>
            <a:fld id="{F18182B9-88B5-45B8-A851-D4ACC610B078}" type="slidenum">
              <a:rPr lang="en-IN" smtClean="0"/>
              <a:t>‹#›</a:t>
            </a:fld>
            <a:endParaRPr lang="en-IN"/>
          </a:p>
        </p:txBody>
      </p:sp>
    </p:spTree>
    <p:extLst>
      <p:ext uri="{BB962C8B-B14F-4D97-AF65-F5344CB8AC3E}">
        <p14:creationId xmlns:p14="http://schemas.microsoft.com/office/powerpoint/2010/main" val="38459665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4630400" cy="8229600"/>
            <a:chOff x="0" y="0"/>
            <a:chExt cx="12192000" cy="6858000"/>
          </a:xfrm>
        </p:grpSpPr>
        <p:sp>
          <p:nvSpPr>
            <p:cNvPr id="7" name="Rectangle 6"/>
            <p:cNvSpPr/>
            <p:nvPr/>
          </p:nvSpPr>
          <p:spPr>
            <a:xfrm>
              <a:off x="0" y="0"/>
              <a:ext cx="12192000" cy="6858000"/>
            </a:xfrm>
            <a:prstGeom prst="rect">
              <a:avLst/>
            </a:prstGeom>
            <a:blipFill>
              <a:blip r:embed="rId20">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385945" y="1168402"/>
            <a:ext cx="10513696" cy="848357"/>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385945" y="3124200"/>
            <a:ext cx="10513696" cy="40995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783725" y="7670206"/>
            <a:ext cx="1188719" cy="365759"/>
          </a:xfrm>
          <a:prstGeom prst="rect">
            <a:avLst/>
          </a:prstGeom>
        </p:spPr>
        <p:txBody>
          <a:bodyPr vert="horz" lIns="91440" tIns="45720" rIns="91440" bIns="45720" rtlCol="0" anchor="ctr"/>
          <a:lstStyle>
            <a:lvl1pPr algn="r">
              <a:defRPr sz="1200" b="1" i="0">
                <a:solidFill>
                  <a:schemeClr val="accent1"/>
                </a:solidFill>
              </a:defRPr>
            </a:lvl1pPr>
          </a:lstStyle>
          <a:p>
            <a:fld id="{CBCFA2B0-316D-4B15-8BF4-D548C56E9B9B}" type="datetimeFigureOut">
              <a:rPr lang="en-IN" smtClean="0"/>
              <a:t>07-01-2026</a:t>
            </a:fld>
            <a:endParaRPr lang="en-IN"/>
          </a:p>
        </p:txBody>
      </p:sp>
      <p:sp>
        <p:nvSpPr>
          <p:cNvPr id="5" name="Footer Placeholder 4"/>
          <p:cNvSpPr>
            <a:spLocks noGrp="1"/>
          </p:cNvSpPr>
          <p:nvPr>
            <p:ph type="ftr" sz="quarter" idx="3"/>
          </p:nvPr>
        </p:nvSpPr>
        <p:spPr>
          <a:xfrm>
            <a:off x="673333" y="7670206"/>
            <a:ext cx="4631754" cy="365761"/>
          </a:xfrm>
          <a:prstGeom prst="rect">
            <a:avLst/>
          </a:prstGeom>
        </p:spPr>
        <p:txBody>
          <a:bodyPr vert="horz" lIns="91440" tIns="45720" rIns="91440" bIns="45720" rtlCol="0" anchor="ctr"/>
          <a:lstStyle>
            <a:lvl1pPr algn="l">
              <a:defRPr sz="1200" b="1" i="0">
                <a:solidFill>
                  <a:schemeClr val="accent1"/>
                </a:solidFill>
              </a:defRPr>
            </a:lvl1pPr>
          </a:lstStyle>
          <a:p>
            <a:endParaRPr lang="en-IN"/>
          </a:p>
        </p:txBody>
      </p:sp>
      <p:sp>
        <p:nvSpPr>
          <p:cNvPr id="21" name="Rectangle 20"/>
          <p:cNvSpPr/>
          <p:nvPr/>
        </p:nvSpPr>
        <p:spPr>
          <a:xfrm>
            <a:off x="12525374" y="0"/>
            <a:ext cx="822960" cy="13716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2423049" y="354876"/>
            <a:ext cx="1005839" cy="921224"/>
          </a:xfrm>
          <a:prstGeom prst="rect">
            <a:avLst/>
          </a:prstGeom>
        </p:spPr>
        <p:txBody>
          <a:bodyPr vert="horz" lIns="91440" tIns="45720" rIns="91440" bIns="45720" rtlCol="0" anchor="b"/>
          <a:lstStyle>
            <a:lvl1pPr algn="ctr">
              <a:defRPr sz="3360" b="0" i="0">
                <a:solidFill>
                  <a:schemeClr val="bg1"/>
                </a:solidFill>
              </a:defRPr>
            </a:lvl1pPr>
          </a:lstStyle>
          <a:p>
            <a:fld id="{F18182B9-88B5-45B8-A851-D4ACC610B078}" type="slidenum">
              <a:rPr lang="en-IN" smtClean="0"/>
              <a:t>‹#›</a:t>
            </a:fld>
            <a:endParaRPr lang="en-IN"/>
          </a:p>
        </p:txBody>
      </p:sp>
    </p:spTree>
    <p:extLst>
      <p:ext uri="{BB962C8B-B14F-4D97-AF65-F5344CB8AC3E}">
        <p14:creationId xmlns:p14="http://schemas.microsoft.com/office/powerpoint/2010/main" val="492773685"/>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29" r:id="rId11"/>
    <p:sldLayoutId id="2147483830" r:id="rId12"/>
    <p:sldLayoutId id="2147483831" r:id="rId13"/>
    <p:sldLayoutId id="2147483832" r:id="rId14"/>
    <p:sldLayoutId id="2147483833" r:id="rId15"/>
    <p:sldLayoutId id="2147483834" r:id="rId16"/>
    <p:sldLayoutId id="2147483835" r:id="rId17"/>
    <p:sldLayoutId id="2147483836" r:id="rId18"/>
  </p:sldLayoutIdLst>
  <p:txStyles>
    <p:titleStyle>
      <a:lvl1pPr algn="l" defTabSz="548640" rtl="0" eaLnBrk="1" latinLnBrk="0" hangingPunct="1">
        <a:spcBef>
          <a:spcPct val="0"/>
        </a:spcBef>
        <a:buNone/>
        <a:defRPr sz="432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11480" indent="-411480" algn="l" defTabSz="548640" rtl="0" eaLnBrk="1" latinLnBrk="0" hangingPunct="1">
        <a:spcBef>
          <a:spcPts val="1200"/>
        </a:spcBef>
        <a:spcAft>
          <a:spcPts val="0"/>
        </a:spcAft>
        <a:buClr>
          <a:schemeClr val="accent1"/>
        </a:buClr>
        <a:buSzPct val="80000"/>
        <a:buFont typeface="Wingdings 3" charset="2"/>
        <a:buChar char=""/>
        <a:defRPr sz="2160" b="0" i="0" kern="1200">
          <a:solidFill>
            <a:schemeClr val="tx1">
              <a:lumMod val="75000"/>
              <a:lumOff val="25000"/>
            </a:schemeClr>
          </a:solidFill>
          <a:latin typeface="+mn-lt"/>
          <a:ea typeface="+mn-ea"/>
          <a:cs typeface="+mn-cs"/>
        </a:defRPr>
      </a:lvl1pPr>
      <a:lvl2pPr marL="891540" indent="-342900" algn="l" defTabSz="548640" rtl="0" eaLnBrk="1" latinLnBrk="0" hangingPunct="1">
        <a:spcBef>
          <a:spcPts val="1200"/>
        </a:spcBef>
        <a:spcAft>
          <a:spcPts val="0"/>
        </a:spcAft>
        <a:buClr>
          <a:schemeClr val="accent1"/>
        </a:buClr>
        <a:buSzPct val="80000"/>
        <a:buFont typeface="Wingdings 3" charset="2"/>
        <a:buChar char=""/>
        <a:defRPr sz="1920" b="0" i="0" kern="1200">
          <a:solidFill>
            <a:schemeClr val="tx1">
              <a:lumMod val="75000"/>
              <a:lumOff val="25000"/>
            </a:schemeClr>
          </a:solidFill>
          <a:latin typeface="+mn-lt"/>
          <a:ea typeface="+mn-ea"/>
          <a:cs typeface="+mn-cs"/>
        </a:defRPr>
      </a:lvl2pPr>
      <a:lvl3pPr marL="1371600" indent="-274320" algn="l" defTabSz="548640" rtl="0" eaLnBrk="1" latinLnBrk="0" hangingPunct="1">
        <a:spcBef>
          <a:spcPts val="1200"/>
        </a:spcBef>
        <a:spcAft>
          <a:spcPts val="0"/>
        </a:spcAft>
        <a:buClr>
          <a:schemeClr val="accent1"/>
        </a:buClr>
        <a:buSzPct val="80000"/>
        <a:buFont typeface="Wingdings 3" charset="2"/>
        <a:buChar char=""/>
        <a:defRPr sz="1680" b="0" i="0" kern="1200">
          <a:solidFill>
            <a:schemeClr val="tx1">
              <a:lumMod val="75000"/>
              <a:lumOff val="25000"/>
            </a:schemeClr>
          </a:solidFill>
          <a:latin typeface="+mn-lt"/>
          <a:ea typeface="+mn-ea"/>
          <a:cs typeface="+mn-cs"/>
        </a:defRPr>
      </a:lvl3pPr>
      <a:lvl4pPr marL="1920240" indent="-274320" algn="l" defTabSz="548640" rtl="0" eaLnBrk="1" latinLnBrk="0" hangingPunct="1">
        <a:spcBef>
          <a:spcPts val="1200"/>
        </a:spcBef>
        <a:spcAft>
          <a:spcPts val="0"/>
        </a:spcAft>
        <a:buClr>
          <a:schemeClr val="accent1"/>
        </a:buClr>
        <a:buSzPct val="80000"/>
        <a:buFont typeface="Wingdings 3" charset="2"/>
        <a:buChar char=""/>
        <a:defRPr sz="1440" b="0" i="0" kern="1200">
          <a:solidFill>
            <a:schemeClr val="tx1">
              <a:lumMod val="75000"/>
              <a:lumOff val="25000"/>
            </a:schemeClr>
          </a:solidFill>
          <a:latin typeface="+mn-lt"/>
          <a:ea typeface="+mn-ea"/>
          <a:cs typeface="+mn-cs"/>
        </a:defRPr>
      </a:lvl4pPr>
      <a:lvl5pPr marL="2468880" indent="-274320" algn="l" defTabSz="548640" rtl="0" eaLnBrk="1" latinLnBrk="0" hangingPunct="1">
        <a:spcBef>
          <a:spcPts val="1200"/>
        </a:spcBef>
        <a:spcAft>
          <a:spcPts val="0"/>
        </a:spcAft>
        <a:buClr>
          <a:schemeClr val="accent1"/>
        </a:buClr>
        <a:buSzPct val="80000"/>
        <a:buFont typeface="Wingdings 3" charset="2"/>
        <a:buChar char=""/>
        <a:defRPr sz="1440" b="0" i="0" kern="1200">
          <a:solidFill>
            <a:schemeClr val="tx1">
              <a:lumMod val="75000"/>
              <a:lumOff val="25000"/>
            </a:schemeClr>
          </a:solidFill>
          <a:latin typeface="+mn-lt"/>
          <a:ea typeface="+mn-ea"/>
          <a:cs typeface="+mn-cs"/>
        </a:defRPr>
      </a:lvl5pPr>
      <a:lvl6pPr marL="3017520" indent="-274320" algn="l" defTabSz="548640" rtl="0" eaLnBrk="1" latinLnBrk="0" hangingPunct="1">
        <a:spcBef>
          <a:spcPts val="1200"/>
        </a:spcBef>
        <a:spcAft>
          <a:spcPts val="0"/>
        </a:spcAft>
        <a:buClr>
          <a:schemeClr val="accent1"/>
        </a:buClr>
        <a:buSzPct val="80000"/>
        <a:buFont typeface="Wingdings 3" charset="2"/>
        <a:buChar char=""/>
        <a:defRPr sz="1440" b="0" i="0" kern="1200">
          <a:solidFill>
            <a:schemeClr val="tx1">
              <a:lumMod val="75000"/>
              <a:lumOff val="25000"/>
            </a:schemeClr>
          </a:solidFill>
          <a:latin typeface="+mn-lt"/>
          <a:ea typeface="+mn-ea"/>
          <a:cs typeface="+mn-cs"/>
        </a:defRPr>
      </a:lvl6pPr>
      <a:lvl7pPr marL="3566160" indent="-274320" algn="l" defTabSz="548640" rtl="0" eaLnBrk="1" latinLnBrk="0" hangingPunct="1">
        <a:spcBef>
          <a:spcPts val="1200"/>
        </a:spcBef>
        <a:spcAft>
          <a:spcPts val="0"/>
        </a:spcAft>
        <a:buClr>
          <a:schemeClr val="accent1"/>
        </a:buClr>
        <a:buSzPct val="80000"/>
        <a:buFont typeface="Wingdings 3" charset="2"/>
        <a:buChar char=""/>
        <a:defRPr sz="1440" b="0" i="0" kern="1200">
          <a:solidFill>
            <a:schemeClr val="tx1">
              <a:lumMod val="75000"/>
              <a:lumOff val="25000"/>
            </a:schemeClr>
          </a:solidFill>
          <a:latin typeface="+mn-lt"/>
          <a:ea typeface="+mn-ea"/>
          <a:cs typeface="+mn-cs"/>
        </a:defRPr>
      </a:lvl7pPr>
      <a:lvl8pPr marL="4114800" indent="-274320" algn="l" defTabSz="548640" rtl="0" eaLnBrk="1" latinLnBrk="0" hangingPunct="1">
        <a:spcBef>
          <a:spcPts val="1200"/>
        </a:spcBef>
        <a:spcAft>
          <a:spcPts val="0"/>
        </a:spcAft>
        <a:buClr>
          <a:schemeClr val="accent1"/>
        </a:buClr>
        <a:buSzPct val="80000"/>
        <a:buFont typeface="Wingdings 3" charset="2"/>
        <a:buChar char=""/>
        <a:defRPr sz="1440" b="0" i="0" kern="1200">
          <a:solidFill>
            <a:schemeClr val="tx1">
              <a:lumMod val="75000"/>
              <a:lumOff val="25000"/>
            </a:schemeClr>
          </a:solidFill>
          <a:latin typeface="+mn-lt"/>
          <a:ea typeface="+mn-ea"/>
          <a:cs typeface="+mn-cs"/>
        </a:defRPr>
      </a:lvl8pPr>
      <a:lvl9pPr marL="4663440" indent="-274320" algn="l" defTabSz="548640" rtl="0" eaLnBrk="1" latinLnBrk="0" hangingPunct="1">
        <a:spcBef>
          <a:spcPts val="1200"/>
        </a:spcBef>
        <a:spcAft>
          <a:spcPts val="0"/>
        </a:spcAft>
        <a:buClr>
          <a:schemeClr val="accent1"/>
        </a:buClr>
        <a:buSzPct val="80000"/>
        <a:buFont typeface="Wingdings 3" charset="2"/>
        <a:buChar char=""/>
        <a:defRPr sz="1440" b="0" i="0" kern="1200">
          <a:solidFill>
            <a:schemeClr val="tx1">
              <a:lumMod val="75000"/>
              <a:lumOff val="25000"/>
            </a:schemeClr>
          </a:solidFill>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3E33E-3AF4-3E32-9F41-EDB128F45853}"/>
              </a:ext>
            </a:extLst>
          </p:cNvPr>
          <p:cNvSpPr>
            <a:spLocks noGrp="1"/>
          </p:cNvSpPr>
          <p:nvPr>
            <p:ph type="title"/>
          </p:nvPr>
        </p:nvSpPr>
        <p:spPr>
          <a:xfrm>
            <a:off x="762000" y="1518284"/>
            <a:ext cx="12618720" cy="1590676"/>
          </a:xfrm>
        </p:spPr>
        <p:txBody>
          <a:bodyPr>
            <a:normAutofit/>
          </a:bodyPr>
          <a:lstStyle/>
          <a:p>
            <a:r>
              <a:rPr lang="en-US" dirty="0">
                <a:latin typeface="Franklin Gothic Heavy" panose="020B0903020102020204" pitchFamily="34" charset="0"/>
              </a:rPr>
              <a:t>      </a:t>
            </a:r>
            <a:br>
              <a:rPr lang="en-US" dirty="0">
                <a:latin typeface="Franklin Gothic Heavy" panose="020B0903020102020204" pitchFamily="34" charset="0"/>
              </a:rPr>
            </a:br>
            <a:r>
              <a:rPr lang="en-US" dirty="0">
                <a:latin typeface="Arial Black" panose="020B0A04020102020204" pitchFamily="34" charset="0"/>
              </a:rPr>
              <a:t>Customer Segmentation Analysis</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1C36FC7E-8AC0-CC95-D5D1-DBE993895725}"/>
              </a:ext>
            </a:extLst>
          </p:cNvPr>
          <p:cNvSpPr>
            <a:spLocks noGrp="1"/>
          </p:cNvSpPr>
          <p:nvPr>
            <p:ph idx="1"/>
          </p:nvPr>
        </p:nvSpPr>
        <p:spPr>
          <a:xfrm>
            <a:off x="762000" y="3108960"/>
            <a:ext cx="9113520" cy="4368800"/>
          </a:xfrm>
        </p:spPr>
        <p:txBody>
          <a:bodyPr>
            <a:normAutofit lnSpcReduction="10000"/>
          </a:bodyPr>
          <a:lstStyle/>
          <a:p>
            <a:endParaRPr lang="en-US" dirty="0"/>
          </a:p>
          <a:p>
            <a:endParaRPr lang="en-IN" dirty="0"/>
          </a:p>
          <a:p>
            <a:endParaRPr lang="en-IN" dirty="0"/>
          </a:p>
          <a:p>
            <a:endParaRPr lang="en-US" sz="2160" b="1" dirty="0">
              <a:latin typeface="Rockwell" panose="02060603020205020403" pitchFamily="18" charset="0"/>
            </a:endParaRPr>
          </a:p>
          <a:p>
            <a:r>
              <a:rPr lang="en-US" sz="2160" b="1" dirty="0">
                <a:latin typeface="Rockwell" panose="02060603020205020403" pitchFamily="18" charset="0"/>
              </a:rPr>
              <a:t>Prepared by:</a:t>
            </a:r>
            <a:r>
              <a:rPr lang="en-US" sz="2160" dirty="0">
                <a:latin typeface="Rockwell" panose="02060603020205020403" pitchFamily="18" charset="0"/>
              </a:rPr>
              <a:t> Dinesha K Y</a:t>
            </a:r>
          </a:p>
          <a:p>
            <a:r>
              <a:rPr lang="en-US" sz="2160" b="1" dirty="0">
                <a:latin typeface="Rockwell" panose="02060603020205020403" pitchFamily="18" charset="0"/>
              </a:rPr>
              <a:t>Course</a:t>
            </a:r>
            <a:r>
              <a:rPr lang="en-US" sz="2160" dirty="0">
                <a:latin typeface="Rockwell" panose="02060603020205020403" pitchFamily="18" charset="0"/>
              </a:rPr>
              <a:t>: Certified data analyst</a:t>
            </a:r>
          </a:p>
          <a:p>
            <a:r>
              <a:rPr lang="en-US" sz="2160" b="1" dirty="0">
                <a:latin typeface="Rockwell" panose="02060603020205020403" pitchFamily="18" charset="0"/>
              </a:rPr>
              <a:t>Batch id: </a:t>
            </a:r>
            <a:r>
              <a:rPr lang="en-US" sz="2160" dirty="0">
                <a:latin typeface="Rockwell" panose="02060603020205020403" pitchFamily="18" charset="0"/>
              </a:rPr>
              <a:t>11-aug-25-cda-bun-040-wdm1130-ban</a:t>
            </a:r>
          </a:p>
          <a:p>
            <a:r>
              <a:rPr lang="en-US" sz="2160" b="1" dirty="0">
                <a:latin typeface="Rockwell" panose="02060603020205020403" pitchFamily="18" charset="0"/>
              </a:rPr>
              <a:t>Tools Used: </a:t>
            </a:r>
            <a:r>
              <a:rPr lang="en-US" sz="2160" dirty="0">
                <a:latin typeface="Rockwell" panose="02060603020205020403" pitchFamily="18" charset="0"/>
              </a:rPr>
              <a:t>Power BI,  MySQL</a:t>
            </a:r>
          </a:p>
          <a:p>
            <a:r>
              <a:rPr lang="en-US" sz="2160" b="1" dirty="0">
                <a:latin typeface="Rockwell" panose="02060603020205020403" pitchFamily="18" charset="0"/>
                <a:ea typeface="Calibri" panose="020F0502020204030204" pitchFamily="34" charset="0"/>
                <a:cs typeface="Calibri" panose="020F0502020204030204" pitchFamily="34" charset="0"/>
              </a:rPr>
              <a:t>Mentor: </a:t>
            </a:r>
            <a:r>
              <a:rPr lang="en-US" sz="2160" dirty="0" err="1">
                <a:latin typeface="Rockwell" panose="02060603020205020403" pitchFamily="18" charset="0"/>
                <a:ea typeface="Calibri" panose="020F0502020204030204" pitchFamily="34" charset="0"/>
                <a:cs typeface="Calibri" panose="020F0502020204030204" pitchFamily="34" charset="0"/>
              </a:rPr>
              <a:t>Datamites</a:t>
            </a:r>
            <a:endParaRPr lang="en-IN" sz="2160" dirty="0">
              <a:latin typeface="Rockwell" panose="02060603020205020403" pitchFamily="18" charset="0"/>
              <a:ea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1853650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8867DE9-1D30-99A0-EC53-06F618A0DAC7}"/>
              </a:ext>
            </a:extLst>
          </p:cNvPr>
          <p:cNvSpPr/>
          <p:nvPr/>
        </p:nvSpPr>
        <p:spPr>
          <a:xfrm>
            <a:off x="5162280" y="1408523"/>
            <a:ext cx="3353070" cy="708779"/>
          </a:xfrm>
          <a:prstGeom prst="rect">
            <a:avLst/>
          </a:prstGeom>
          <a:noFill/>
          <a:ln/>
        </p:spPr>
        <p:txBody>
          <a:bodyPr wrap="none" lIns="0" tIns="0" rIns="0" bIns="0" rtlCol="0" anchor="t"/>
          <a:lstStyle/>
          <a:p>
            <a:pPr marL="0" indent="0" algn="l">
              <a:lnSpc>
                <a:spcPts val="5550"/>
              </a:lnSpc>
              <a:buNone/>
            </a:pPr>
            <a:r>
              <a:rPr lang="en-US" sz="4800" b="1" dirty="0">
                <a:solidFill>
                  <a:schemeClr val="bg2"/>
                </a:solidFill>
                <a:latin typeface="Times New Roman" panose="02020603050405020304" pitchFamily="18" charset="0"/>
                <a:ea typeface="Alexandria Medium" pitchFamily="34" charset="-122"/>
                <a:cs typeface="Times New Roman" panose="02020603050405020304" pitchFamily="18" charset="0"/>
              </a:rPr>
              <a:t>Introduction</a:t>
            </a:r>
            <a:endParaRPr lang="en-US" sz="4800" b="1" dirty="0">
              <a:solidFill>
                <a:schemeClr val="bg2"/>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9067D7F-3B7F-F360-34B1-EEB4139E82E0}"/>
              </a:ext>
            </a:extLst>
          </p:cNvPr>
          <p:cNvSpPr txBox="1"/>
          <p:nvPr/>
        </p:nvSpPr>
        <p:spPr>
          <a:xfrm>
            <a:off x="565189" y="3107451"/>
            <a:ext cx="13769935" cy="4457952"/>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Customer segmentation is the process of dividing customers into distinct groups based on their purchasing behavior and characteristics.</a:t>
            </a:r>
          </a:p>
          <a:p>
            <a:pPr marL="457200" indent="-4572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Effective segmentation helps businesses understand customer needs, optimize marketing strategies, and improve revenue performance.</a:t>
            </a:r>
          </a:p>
          <a:p>
            <a:pPr marL="457200" indent="-4572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project applies customer segmentation techniques on U.S. retail transaction data to analyze spending patterns across age groups, product categories, payment methods, seasons, and locations.</a:t>
            </a:r>
          </a:p>
          <a:p>
            <a:pPr marL="457200" indent="-4572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insights are presented using Power BI to support targeted marketing and data-driven business decisions.</a:t>
            </a:r>
          </a:p>
        </p:txBody>
      </p:sp>
    </p:spTree>
    <p:extLst>
      <p:ext uri="{BB962C8B-B14F-4D97-AF65-F5344CB8AC3E}">
        <p14:creationId xmlns:p14="http://schemas.microsoft.com/office/powerpoint/2010/main" val="3563371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0">
            <a:extLst>
              <a:ext uri="{FF2B5EF4-FFF2-40B4-BE49-F238E27FC236}">
                <a16:creationId xmlns:a16="http://schemas.microsoft.com/office/drawing/2014/main" id="{3C022B02-ED03-517E-A24F-28F72C4D1952}"/>
              </a:ext>
            </a:extLst>
          </p:cNvPr>
          <p:cNvSpPr/>
          <p:nvPr/>
        </p:nvSpPr>
        <p:spPr>
          <a:xfrm>
            <a:off x="2136815" y="1222950"/>
            <a:ext cx="5670590" cy="708779"/>
          </a:xfrm>
          <a:prstGeom prst="rect">
            <a:avLst/>
          </a:prstGeom>
          <a:noFill/>
          <a:ln/>
        </p:spPr>
        <p:txBody>
          <a:bodyPr wrap="none" lIns="0" tIns="0" rIns="0" bIns="0" rtlCol="0" anchor="t"/>
          <a:lstStyle/>
          <a:p>
            <a:pPr marL="0" indent="0" algn="l">
              <a:lnSpc>
                <a:spcPts val="5550"/>
              </a:lnSpc>
              <a:buNone/>
            </a:pPr>
            <a:r>
              <a:rPr lang="en-US" sz="4500" b="1" dirty="0">
                <a:solidFill>
                  <a:schemeClr val="bg2"/>
                </a:solidFill>
                <a:latin typeface="The times of new roman"/>
                <a:ea typeface="Alexandria Medium" pitchFamily="34" charset="-122"/>
                <a:cs typeface="Alexandria Medium" pitchFamily="34" charset="-120"/>
              </a:rPr>
              <a:t>Project Objectives</a:t>
            </a:r>
            <a:endParaRPr lang="en-US" sz="4500" b="1" dirty="0">
              <a:solidFill>
                <a:schemeClr val="bg2"/>
              </a:solidFill>
              <a:latin typeface="The times of new roman"/>
            </a:endParaRPr>
          </a:p>
        </p:txBody>
      </p:sp>
      <p:sp>
        <p:nvSpPr>
          <p:cNvPr id="22" name="TextBox 21">
            <a:extLst>
              <a:ext uri="{FF2B5EF4-FFF2-40B4-BE49-F238E27FC236}">
                <a16:creationId xmlns:a16="http://schemas.microsoft.com/office/drawing/2014/main" id="{BD709362-C985-A6B0-A2D9-387EDEA1203C}"/>
              </a:ext>
            </a:extLst>
          </p:cNvPr>
          <p:cNvSpPr txBox="1"/>
          <p:nvPr/>
        </p:nvSpPr>
        <p:spPr>
          <a:xfrm>
            <a:off x="593300" y="3328273"/>
            <a:ext cx="13294150" cy="3323987"/>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2500" dirty="0">
                <a:latin typeface="Times New Roman" panose="02020603050405020304" pitchFamily="18" charset="0"/>
                <a:cs typeface="Times New Roman" panose="02020603050405020304" pitchFamily="18" charset="0"/>
              </a:rPr>
              <a:t>To analyze customer purchasing </a:t>
            </a:r>
            <a:r>
              <a:rPr lang="en-US" sz="2800" dirty="0">
                <a:latin typeface="Times New Roman" panose="02020603050405020304" pitchFamily="18" charset="0"/>
                <a:cs typeface="Times New Roman" panose="02020603050405020304" pitchFamily="18" charset="0"/>
              </a:rPr>
              <a:t>behavior</a:t>
            </a:r>
            <a:r>
              <a:rPr lang="en-US" sz="2500" dirty="0">
                <a:latin typeface="Times New Roman" panose="02020603050405020304" pitchFamily="18" charset="0"/>
                <a:cs typeface="Times New Roman" panose="02020603050405020304" pitchFamily="18" charset="0"/>
              </a:rPr>
              <a:t> using retail transaction data.</a:t>
            </a:r>
          </a:p>
          <a:p>
            <a:pPr marL="285750" indent="-285750" algn="just">
              <a:lnSpc>
                <a:spcPct val="150000"/>
              </a:lnSpc>
              <a:buFont typeface="Wingdings" panose="05000000000000000000" pitchFamily="2" charset="2"/>
              <a:buChar char="Ø"/>
            </a:pPr>
            <a:r>
              <a:rPr lang="en-US" sz="2500" dirty="0">
                <a:latin typeface="Times New Roman" panose="02020603050405020304" pitchFamily="18" charset="0"/>
                <a:cs typeface="Times New Roman" panose="02020603050405020304" pitchFamily="18" charset="0"/>
              </a:rPr>
              <a:t>To identify key customer segments based on age, spending, and purchase patterns.</a:t>
            </a:r>
          </a:p>
          <a:p>
            <a:pPr marL="285750" indent="-285750" algn="just">
              <a:lnSpc>
                <a:spcPct val="150000"/>
              </a:lnSpc>
              <a:buFont typeface="Wingdings" panose="05000000000000000000" pitchFamily="2" charset="2"/>
              <a:buChar char="Ø"/>
            </a:pPr>
            <a:r>
              <a:rPr lang="en-US" sz="2500" dirty="0">
                <a:latin typeface="Times New Roman" panose="02020603050405020304" pitchFamily="18" charset="0"/>
                <a:cs typeface="Times New Roman" panose="02020603050405020304" pitchFamily="18" charset="0"/>
              </a:rPr>
              <a:t>To evaluate sales performance across product categories, payment methods, and seasons.</a:t>
            </a:r>
          </a:p>
          <a:p>
            <a:pPr marL="285750" indent="-285750" algn="just">
              <a:lnSpc>
                <a:spcPct val="150000"/>
              </a:lnSpc>
              <a:buFont typeface="Wingdings" panose="05000000000000000000" pitchFamily="2" charset="2"/>
              <a:buChar char="Ø"/>
            </a:pPr>
            <a:r>
              <a:rPr lang="en-US" sz="2500" dirty="0">
                <a:latin typeface="Times New Roman" panose="02020603050405020304" pitchFamily="18" charset="0"/>
                <a:cs typeface="Times New Roman" panose="02020603050405020304" pitchFamily="18" charset="0"/>
              </a:rPr>
              <a:t>To identify product categories where discounts are most effective.</a:t>
            </a:r>
          </a:p>
          <a:p>
            <a:pPr marL="285750" indent="-285750" algn="just">
              <a:lnSpc>
                <a:spcPct val="150000"/>
              </a:lnSpc>
              <a:buFont typeface="Wingdings" panose="05000000000000000000" pitchFamily="2" charset="2"/>
              <a:buChar char="Ø"/>
            </a:pPr>
            <a:r>
              <a:rPr lang="en-US" sz="2500" dirty="0">
                <a:latin typeface="Times New Roman" panose="02020603050405020304" pitchFamily="18" charset="0"/>
                <a:cs typeface="Times New Roman" panose="02020603050405020304" pitchFamily="18" charset="0"/>
              </a:rPr>
              <a:t>To provide data-driven insights for targeted marketing and business decision-making.</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8846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0">
            <a:extLst>
              <a:ext uri="{FF2B5EF4-FFF2-40B4-BE49-F238E27FC236}">
                <a16:creationId xmlns:a16="http://schemas.microsoft.com/office/drawing/2014/main" id="{8BF5CADB-C901-0EC5-87CA-9ADAC157C881}"/>
              </a:ext>
            </a:extLst>
          </p:cNvPr>
          <p:cNvSpPr/>
          <p:nvPr/>
        </p:nvSpPr>
        <p:spPr>
          <a:xfrm>
            <a:off x="2159020" y="1243614"/>
            <a:ext cx="4673560" cy="708779"/>
          </a:xfrm>
          <a:prstGeom prst="rect">
            <a:avLst/>
          </a:prstGeom>
          <a:noFill/>
          <a:ln/>
        </p:spPr>
        <p:txBody>
          <a:bodyPr wrap="none" lIns="0" tIns="0" rIns="0" bIns="0" rtlCol="0" anchor="t"/>
          <a:lstStyle/>
          <a:p>
            <a:pPr marL="0" indent="0" algn="l">
              <a:lnSpc>
                <a:spcPts val="5550"/>
              </a:lnSpc>
              <a:buNone/>
            </a:pPr>
            <a:r>
              <a:rPr lang="en-US" sz="4500" b="1" dirty="0">
                <a:solidFill>
                  <a:schemeClr val="bg2"/>
                </a:solidFill>
                <a:latin typeface="The times of new roman"/>
                <a:ea typeface="Alexandria Medium" pitchFamily="34" charset="-122"/>
                <a:cs typeface="Alexandria Medium" pitchFamily="34" charset="-120"/>
              </a:rPr>
              <a:t>Dataset Overview</a:t>
            </a:r>
            <a:endParaRPr lang="en-US" sz="4500" b="1" dirty="0">
              <a:solidFill>
                <a:schemeClr val="bg2"/>
              </a:solidFill>
              <a:latin typeface="The times of new roman"/>
            </a:endParaRPr>
          </a:p>
        </p:txBody>
      </p:sp>
      <p:sp>
        <p:nvSpPr>
          <p:cNvPr id="21" name="TextBox 20">
            <a:extLst>
              <a:ext uri="{FF2B5EF4-FFF2-40B4-BE49-F238E27FC236}">
                <a16:creationId xmlns:a16="http://schemas.microsoft.com/office/drawing/2014/main" id="{298E6678-DEA4-A8BE-04D5-ABF4E5E2B4FA}"/>
              </a:ext>
            </a:extLst>
          </p:cNvPr>
          <p:cNvSpPr txBox="1"/>
          <p:nvPr/>
        </p:nvSpPr>
        <p:spPr>
          <a:xfrm>
            <a:off x="396895" y="2926926"/>
            <a:ext cx="13836610" cy="4059060"/>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The dataset consists of </a:t>
            </a:r>
            <a:r>
              <a:rPr lang="en-US" sz="2600" b="1" dirty="0">
                <a:latin typeface="Times New Roman" panose="02020603050405020304" pitchFamily="18" charset="0"/>
                <a:cs typeface="Times New Roman" panose="02020603050405020304" pitchFamily="18" charset="0"/>
              </a:rPr>
              <a:t>3,900 customer transaction records</a:t>
            </a:r>
            <a:r>
              <a:rPr lang="en-US" sz="2600" dirty="0">
                <a:latin typeface="Times New Roman" panose="02020603050405020304" pitchFamily="18" charset="0"/>
                <a:cs typeface="Times New Roman" panose="02020603050405020304" pitchFamily="18" charset="0"/>
              </a:rPr>
              <a:t> from the U.S. retail market.</a:t>
            </a:r>
          </a:p>
          <a:p>
            <a:pPr marL="285750" indent="-285750">
              <a:lnSpc>
                <a:spcPct val="150000"/>
              </a:lnSpc>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It includes customer demographics such as </a:t>
            </a:r>
            <a:r>
              <a:rPr lang="en-US" sz="2600" b="1" dirty="0">
                <a:latin typeface="Times New Roman" panose="02020603050405020304" pitchFamily="18" charset="0"/>
                <a:cs typeface="Times New Roman" panose="02020603050405020304" pitchFamily="18" charset="0"/>
              </a:rPr>
              <a:t>age and gender</a:t>
            </a:r>
            <a:r>
              <a:rPr lang="en-US" sz="2600" dirty="0">
                <a:latin typeface="Times New Roman" panose="02020603050405020304" pitchFamily="18" charset="0"/>
                <a:cs typeface="Times New Roman" panose="02020603050405020304" pitchFamily="18" charset="0"/>
              </a:rPr>
              <a:t>, along with purchase details like </a:t>
            </a:r>
            <a:r>
              <a:rPr lang="en-US" sz="2600" b="1" dirty="0">
                <a:latin typeface="Times New Roman" panose="02020603050405020304" pitchFamily="18" charset="0"/>
                <a:cs typeface="Times New Roman" panose="02020603050405020304" pitchFamily="18" charset="0"/>
              </a:rPr>
              <a:t>product category, purchase amount, payment method, discounts, season, and location</a:t>
            </a:r>
            <a:r>
              <a:rPr lang="en-US" sz="2600" dirty="0">
                <a:latin typeface="Times New Roman" panose="02020603050405020304" pitchFamily="18" charset="0"/>
                <a:cs typeface="Times New Roman" panose="02020603050405020304" pitchFamily="18" charset="0"/>
              </a:rPr>
              <a:t>.</a:t>
            </a:r>
          </a:p>
          <a:p>
            <a:pPr marL="285750" indent="-285750">
              <a:lnSpc>
                <a:spcPct val="150000"/>
              </a:lnSpc>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Each record represents a single customer transaction, enabling detailed analysis of shopping behavior.</a:t>
            </a:r>
          </a:p>
          <a:p>
            <a:pPr marL="285750" indent="-285750">
              <a:lnSpc>
                <a:spcPct val="150000"/>
              </a:lnSpc>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The dataset supports customer segmentation and identification of key sales and spending patterns.</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1129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DF5B004-7384-6D8C-9058-0F9D2C579E1D}"/>
              </a:ext>
            </a:extLst>
          </p:cNvPr>
          <p:cNvSpPr/>
          <p:nvPr/>
        </p:nvSpPr>
        <p:spPr>
          <a:xfrm>
            <a:off x="4590649" y="619125"/>
            <a:ext cx="5641734" cy="774084"/>
          </a:xfrm>
          <a:prstGeom prst="rect">
            <a:avLst/>
          </a:prstGeom>
          <a:noFill/>
          <a:ln/>
        </p:spPr>
        <p:txBody>
          <a:bodyPr wrap="square" lIns="0" tIns="0" rIns="0" bIns="0" rtlCol="0" anchor="t"/>
          <a:lstStyle/>
          <a:p>
            <a:pPr marL="0" indent="0" algn="l">
              <a:lnSpc>
                <a:spcPts val="5550"/>
              </a:lnSpc>
              <a:buNone/>
            </a:pPr>
            <a:r>
              <a:rPr lang="en-US" sz="4500" b="1" dirty="0">
                <a:solidFill>
                  <a:schemeClr val="bg2"/>
                </a:solidFill>
                <a:latin typeface="The times of new roman"/>
                <a:ea typeface="Alexandria Medium" pitchFamily="34" charset="-122"/>
                <a:cs typeface="Alexandria Medium" pitchFamily="34" charset="-120"/>
              </a:rPr>
              <a:t>Dashboard Overview</a:t>
            </a:r>
            <a:endParaRPr lang="en-US" sz="4500" b="1" dirty="0">
              <a:solidFill>
                <a:schemeClr val="bg2"/>
              </a:solidFill>
              <a:latin typeface="The times of new roman"/>
            </a:endParaRPr>
          </a:p>
        </p:txBody>
      </p:sp>
      <p:pic>
        <p:nvPicPr>
          <p:cNvPr id="4" name="Picture 3">
            <a:extLst>
              <a:ext uri="{FF2B5EF4-FFF2-40B4-BE49-F238E27FC236}">
                <a16:creationId xmlns:a16="http://schemas.microsoft.com/office/drawing/2014/main" id="{415EEA45-753A-AF35-5A57-6FCE1621ED80}"/>
              </a:ext>
            </a:extLst>
          </p:cNvPr>
          <p:cNvPicPr>
            <a:picLocks noChangeAspect="1"/>
          </p:cNvPicPr>
          <p:nvPr/>
        </p:nvPicPr>
        <p:blipFill>
          <a:blip r:embed="rId2"/>
          <a:stretch>
            <a:fillRect/>
          </a:stretch>
        </p:blipFill>
        <p:spPr>
          <a:xfrm>
            <a:off x="770611" y="1393209"/>
            <a:ext cx="13089177" cy="6629400"/>
          </a:xfrm>
          <a:prstGeom prst="rect">
            <a:avLst/>
          </a:prstGeom>
        </p:spPr>
      </p:pic>
    </p:spTree>
    <p:extLst>
      <p:ext uri="{BB962C8B-B14F-4D97-AF65-F5344CB8AC3E}">
        <p14:creationId xmlns:p14="http://schemas.microsoft.com/office/powerpoint/2010/main" val="3954735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698AF5B-4F9B-377B-B3DA-D26221B08A6C}"/>
              </a:ext>
            </a:extLst>
          </p:cNvPr>
          <p:cNvSpPr/>
          <p:nvPr/>
        </p:nvSpPr>
        <p:spPr>
          <a:xfrm>
            <a:off x="2422566" y="1560433"/>
            <a:ext cx="3911560" cy="708779"/>
          </a:xfrm>
          <a:prstGeom prst="rect">
            <a:avLst/>
          </a:prstGeom>
          <a:noFill/>
          <a:ln/>
        </p:spPr>
        <p:txBody>
          <a:bodyPr wrap="none" lIns="0" tIns="0" rIns="0" bIns="0" rtlCol="0" anchor="t"/>
          <a:lstStyle/>
          <a:p>
            <a:pPr marL="0" indent="0" algn="l">
              <a:lnSpc>
                <a:spcPts val="5550"/>
              </a:lnSpc>
              <a:buNone/>
            </a:pPr>
            <a:r>
              <a:rPr lang="en-US" sz="4500" b="1" dirty="0">
                <a:solidFill>
                  <a:schemeClr val="bg2"/>
                </a:solidFill>
                <a:latin typeface="The times of new roman"/>
                <a:ea typeface="Alexandria Medium" pitchFamily="34" charset="-122"/>
                <a:cs typeface="Alexandria Medium" pitchFamily="34" charset="-120"/>
              </a:rPr>
              <a:t>KPI Summary </a:t>
            </a:r>
            <a:endParaRPr lang="en-US" sz="4500" b="1" dirty="0">
              <a:solidFill>
                <a:schemeClr val="bg2"/>
              </a:solidFill>
              <a:latin typeface="The times of new roman"/>
            </a:endParaRPr>
          </a:p>
        </p:txBody>
      </p:sp>
      <p:sp>
        <p:nvSpPr>
          <p:cNvPr id="3" name="Text 1">
            <a:extLst>
              <a:ext uri="{FF2B5EF4-FFF2-40B4-BE49-F238E27FC236}">
                <a16:creationId xmlns:a16="http://schemas.microsoft.com/office/drawing/2014/main" id="{D8067D49-9B5B-4D34-BD4A-E1FD902137D9}"/>
              </a:ext>
            </a:extLst>
          </p:cNvPr>
          <p:cNvSpPr/>
          <p:nvPr/>
        </p:nvSpPr>
        <p:spPr>
          <a:xfrm>
            <a:off x="793791" y="3637240"/>
            <a:ext cx="3911560" cy="362903"/>
          </a:xfrm>
          <a:prstGeom prst="rect">
            <a:avLst/>
          </a:prstGeom>
          <a:noFill/>
          <a:ln/>
        </p:spPr>
        <p:txBody>
          <a:bodyPr wrap="none" lIns="0" tIns="0" rIns="0" bIns="0" rtlCol="0" anchor="t"/>
          <a:lstStyle/>
          <a:p>
            <a:pPr marL="0" indent="0" algn="l">
              <a:lnSpc>
                <a:spcPts val="2850"/>
              </a:lnSpc>
              <a:buNone/>
            </a:pPr>
            <a:r>
              <a:rPr lang="en-US" sz="1750" b="1" dirty="0">
                <a:latin typeface="The times of new roman"/>
                <a:ea typeface="Manrope" pitchFamily="34" charset="-122"/>
                <a:cs typeface="Manrope" pitchFamily="34" charset="-120"/>
              </a:rPr>
              <a:t>Dashboard displays 4 major KPIs:</a:t>
            </a:r>
            <a:endParaRPr lang="en-US" sz="1750" b="1" dirty="0">
              <a:latin typeface="The times of new roman"/>
            </a:endParaRPr>
          </a:p>
        </p:txBody>
      </p:sp>
      <p:sp>
        <p:nvSpPr>
          <p:cNvPr id="4" name="Text 2">
            <a:extLst>
              <a:ext uri="{FF2B5EF4-FFF2-40B4-BE49-F238E27FC236}">
                <a16:creationId xmlns:a16="http://schemas.microsoft.com/office/drawing/2014/main" id="{2564B1A5-4954-1BA3-9059-6D8FC2BE4329}"/>
              </a:ext>
            </a:extLst>
          </p:cNvPr>
          <p:cNvSpPr/>
          <p:nvPr/>
        </p:nvSpPr>
        <p:spPr>
          <a:xfrm>
            <a:off x="793790" y="4368641"/>
            <a:ext cx="3048000" cy="748427"/>
          </a:xfrm>
          <a:prstGeom prst="rect">
            <a:avLst/>
          </a:prstGeom>
          <a:noFill/>
          <a:ln/>
        </p:spPr>
        <p:txBody>
          <a:bodyPr wrap="none" lIns="0" tIns="0" rIns="0" bIns="0" rtlCol="0" anchor="t"/>
          <a:lstStyle/>
          <a:p>
            <a:pPr marL="0" indent="0" algn="ctr">
              <a:lnSpc>
                <a:spcPts val="5850"/>
              </a:lnSpc>
              <a:buNone/>
            </a:pPr>
            <a:r>
              <a:rPr lang="en-US" sz="5850" b="1" dirty="0">
                <a:latin typeface="The times of new roman"/>
                <a:ea typeface="Alexandria Medium" pitchFamily="34" charset="-122"/>
                <a:cs typeface="Alexandria Medium" pitchFamily="34" charset="-120"/>
              </a:rPr>
              <a:t>996.38</a:t>
            </a:r>
            <a:endParaRPr lang="en-US" sz="5850" b="1" dirty="0">
              <a:latin typeface="The times of new roman"/>
            </a:endParaRPr>
          </a:p>
        </p:txBody>
      </p:sp>
      <p:sp>
        <p:nvSpPr>
          <p:cNvPr id="5" name="Text 3">
            <a:extLst>
              <a:ext uri="{FF2B5EF4-FFF2-40B4-BE49-F238E27FC236}">
                <a16:creationId xmlns:a16="http://schemas.microsoft.com/office/drawing/2014/main" id="{1B86BEEB-7ECE-2B96-8D66-718510F4217A}"/>
              </a:ext>
            </a:extLst>
          </p:cNvPr>
          <p:cNvSpPr/>
          <p:nvPr/>
        </p:nvSpPr>
        <p:spPr>
          <a:xfrm>
            <a:off x="900113" y="5400437"/>
            <a:ext cx="2835235" cy="354330"/>
          </a:xfrm>
          <a:prstGeom prst="rect">
            <a:avLst/>
          </a:prstGeom>
          <a:noFill/>
          <a:ln/>
        </p:spPr>
        <p:txBody>
          <a:bodyPr wrap="none" lIns="0" tIns="0" rIns="0" bIns="0" rtlCol="0" anchor="t"/>
          <a:lstStyle/>
          <a:p>
            <a:pPr marL="0" indent="0" algn="ctr">
              <a:lnSpc>
                <a:spcPts val="2750"/>
              </a:lnSpc>
              <a:buNone/>
            </a:pPr>
            <a:r>
              <a:rPr lang="en-US" sz="2200" b="1" dirty="0">
                <a:latin typeface="The times of new roman"/>
                <a:ea typeface="Alexandria Medium" pitchFamily="34" charset="-122"/>
                <a:cs typeface="Alexandria Medium" pitchFamily="34" charset="-120"/>
              </a:rPr>
              <a:t>Total Sales</a:t>
            </a:r>
            <a:endParaRPr lang="en-US" sz="2200" b="1" dirty="0">
              <a:latin typeface="The times of new roman"/>
            </a:endParaRPr>
          </a:p>
        </p:txBody>
      </p:sp>
      <p:sp>
        <p:nvSpPr>
          <p:cNvPr id="6" name="Text 4">
            <a:extLst>
              <a:ext uri="{FF2B5EF4-FFF2-40B4-BE49-F238E27FC236}">
                <a16:creationId xmlns:a16="http://schemas.microsoft.com/office/drawing/2014/main" id="{1572A491-9EA2-8CDE-811E-3A9D0F482BE1}"/>
              </a:ext>
            </a:extLst>
          </p:cNvPr>
          <p:cNvSpPr/>
          <p:nvPr/>
        </p:nvSpPr>
        <p:spPr>
          <a:xfrm>
            <a:off x="3841790" y="4368641"/>
            <a:ext cx="3048119" cy="748427"/>
          </a:xfrm>
          <a:prstGeom prst="rect">
            <a:avLst/>
          </a:prstGeom>
          <a:noFill/>
          <a:ln/>
        </p:spPr>
        <p:txBody>
          <a:bodyPr wrap="none" lIns="0" tIns="0" rIns="0" bIns="0" rtlCol="0" anchor="t"/>
          <a:lstStyle/>
          <a:p>
            <a:pPr marL="0" indent="0" algn="ctr">
              <a:lnSpc>
                <a:spcPts val="5850"/>
              </a:lnSpc>
              <a:buNone/>
            </a:pPr>
            <a:r>
              <a:rPr lang="en-US" sz="5850" b="1" dirty="0">
                <a:latin typeface="The times of new roman"/>
                <a:ea typeface="Alexandria Medium" pitchFamily="34" charset="-122"/>
                <a:cs typeface="Alexandria Medium" pitchFamily="34" charset="-120"/>
              </a:rPr>
              <a:t>3900</a:t>
            </a:r>
            <a:endParaRPr lang="en-US" sz="5850" b="1" dirty="0">
              <a:latin typeface="The times of new roman"/>
            </a:endParaRPr>
          </a:p>
        </p:txBody>
      </p:sp>
      <p:sp>
        <p:nvSpPr>
          <p:cNvPr id="7" name="Text 5">
            <a:extLst>
              <a:ext uri="{FF2B5EF4-FFF2-40B4-BE49-F238E27FC236}">
                <a16:creationId xmlns:a16="http://schemas.microsoft.com/office/drawing/2014/main" id="{8CE09908-5530-A30B-01D3-4DC3151BD05D}"/>
              </a:ext>
            </a:extLst>
          </p:cNvPr>
          <p:cNvSpPr/>
          <p:nvPr/>
        </p:nvSpPr>
        <p:spPr>
          <a:xfrm>
            <a:off x="3841791" y="5400437"/>
            <a:ext cx="3225164" cy="354330"/>
          </a:xfrm>
          <a:prstGeom prst="rect">
            <a:avLst/>
          </a:prstGeom>
          <a:noFill/>
          <a:ln/>
        </p:spPr>
        <p:txBody>
          <a:bodyPr wrap="none" lIns="0" tIns="0" rIns="0" bIns="0" rtlCol="0" anchor="t"/>
          <a:lstStyle/>
          <a:p>
            <a:pPr marL="0" indent="0" algn="ctr">
              <a:lnSpc>
                <a:spcPts val="2750"/>
              </a:lnSpc>
              <a:buNone/>
            </a:pPr>
            <a:r>
              <a:rPr lang="en-US" sz="2200" b="1" dirty="0">
                <a:latin typeface="The times of new roman"/>
                <a:ea typeface="Alexandria Medium" pitchFamily="34" charset="-122"/>
                <a:cs typeface="Alexandria Medium" pitchFamily="34" charset="-120"/>
              </a:rPr>
              <a:t>Total Transactions</a:t>
            </a:r>
            <a:endParaRPr lang="en-US" sz="2200" b="1" dirty="0">
              <a:latin typeface="The times of new roman"/>
            </a:endParaRPr>
          </a:p>
        </p:txBody>
      </p:sp>
      <p:sp>
        <p:nvSpPr>
          <p:cNvPr id="8" name="Text 6">
            <a:extLst>
              <a:ext uri="{FF2B5EF4-FFF2-40B4-BE49-F238E27FC236}">
                <a16:creationId xmlns:a16="http://schemas.microsoft.com/office/drawing/2014/main" id="{EA30E772-DEBB-9247-8011-EEC4D102EA5F}"/>
              </a:ext>
            </a:extLst>
          </p:cNvPr>
          <p:cNvSpPr/>
          <p:nvPr/>
        </p:nvSpPr>
        <p:spPr>
          <a:xfrm>
            <a:off x="7456884" y="4368641"/>
            <a:ext cx="3048119" cy="748427"/>
          </a:xfrm>
          <a:prstGeom prst="rect">
            <a:avLst/>
          </a:prstGeom>
          <a:noFill/>
          <a:ln/>
        </p:spPr>
        <p:txBody>
          <a:bodyPr wrap="none" lIns="0" tIns="0" rIns="0" bIns="0" rtlCol="0" anchor="t"/>
          <a:lstStyle/>
          <a:p>
            <a:pPr marL="0" indent="0" algn="ctr">
              <a:lnSpc>
                <a:spcPts val="5850"/>
              </a:lnSpc>
              <a:buNone/>
            </a:pPr>
            <a:r>
              <a:rPr lang="en-US" sz="5850" b="1" dirty="0">
                <a:latin typeface="The times of new roman"/>
                <a:ea typeface="Alexandria Medium" pitchFamily="34" charset="-122"/>
                <a:cs typeface="Alexandria Medium" pitchFamily="34" charset="-120"/>
              </a:rPr>
              <a:t>255.48</a:t>
            </a:r>
            <a:endParaRPr lang="en-US" sz="5850" b="1" dirty="0">
              <a:latin typeface="The times of new roman"/>
            </a:endParaRPr>
          </a:p>
        </p:txBody>
      </p:sp>
      <p:sp>
        <p:nvSpPr>
          <p:cNvPr id="9" name="Text 7">
            <a:extLst>
              <a:ext uri="{FF2B5EF4-FFF2-40B4-BE49-F238E27FC236}">
                <a16:creationId xmlns:a16="http://schemas.microsoft.com/office/drawing/2014/main" id="{88B51196-ADF4-3C9E-3997-6B0C575D2EF1}"/>
              </a:ext>
            </a:extLst>
          </p:cNvPr>
          <p:cNvSpPr/>
          <p:nvPr/>
        </p:nvSpPr>
        <p:spPr>
          <a:xfrm>
            <a:off x="7563326" y="5400437"/>
            <a:ext cx="2835235" cy="354330"/>
          </a:xfrm>
          <a:prstGeom prst="rect">
            <a:avLst/>
          </a:prstGeom>
          <a:noFill/>
          <a:ln/>
        </p:spPr>
        <p:txBody>
          <a:bodyPr wrap="none" lIns="0" tIns="0" rIns="0" bIns="0" rtlCol="0" anchor="t"/>
          <a:lstStyle/>
          <a:p>
            <a:pPr marL="0" indent="0" algn="ctr">
              <a:lnSpc>
                <a:spcPts val="2750"/>
              </a:lnSpc>
              <a:buNone/>
            </a:pPr>
            <a:r>
              <a:rPr lang="en-US" sz="2200" b="1" dirty="0">
                <a:latin typeface="The times of new roman"/>
                <a:ea typeface="Alexandria Medium" pitchFamily="34" charset="-122"/>
                <a:cs typeface="Alexandria Medium" pitchFamily="34" charset="-120"/>
              </a:rPr>
              <a:t>Average Order Value</a:t>
            </a:r>
            <a:endParaRPr lang="en-US" sz="2200" b="1" dirty="0">
              <a:latin typeface="The times of new roman"/>
            </a:endParaRPr>
          </a:p>
        </p:txBody>
      </p:sp>
      <p:sp>
        <p:nvSpPr>
          <p:cNvPr id="10" name="Text 8">
            <a:extLst>
              <a:ext uri="{FF2B5EF4-FFF2-40B4-BE49-F238E27FC236}">
                <a16:creationId xmlns:a16="http://schemas.microsoft.com/office/drawing/2014/main" id="{AB544C37-C454-7366-3CDB-4CE8BDC01C42}"/>
              </a:ext>
            </a:extLst>
          </p:cNvPr>
          <p:cNvSpPr/>
          <p:nvPr/>
        </p:nvSpPr>
        <p:spPr>
          <a:xfrm>
            <a:off x="10788491" y="4368641"/>
            <a:ext cx="3048119" cy="748427"/>
          </a:xfrm>
          <a:prstGeom prst="rect">
            <a:avLst/>
          </a:prstGeom>
          <a:noFill/>
          <a:ln/>
        </p:spPr>
        <p:txBody>
          <a:bodyPr wrap="none" lIns="0" tIns="0" rIns="0" bIns="0" rtlCol="0" anchor="t"/>
          <a:lstStyle/>
          <a:p>
            <a:pPr marL="0" indent="0" algn="ctr">
              <a:lnSpc>
                <a:spcPts val="5850"/>
              </a:lnSpc>
              <a:buNone/>
            </a:pPr>
            <a:r>
              <a:rPr lang="en-US" sz="5850" b="1" dirty="0">
                <a:latin typeface="The times of new roman"/>
                <a:cs typeface="Alexandria Medium" pitchFamily="34" charset="-120"/>
              </a:rPr>
              <a:t>3900</a:t>
            </a:r>
            <a:endParaRPr lang="en-US" sz="5850" b="1" dirty="0">
              <a:latin typeface="The times of new roman"/>
            </a:endParaRPr>
          </a:p>
        </p:txBody>
      </p:sp>
      <p:sp>
        <p:nvSpPr>
          <p:cNvPr id="11" name="Text 9">
            <a:extLst>
              <a:ext uri="{FF2B5EF4-FFF2-40B4-BE49-F238E27FC236}">
                <a16:creationId xmlns:a16="http://schemas.microsoft.com/office/drawing/2014/main" id="{4876029D-6E96-75DE-3012-4B396F9FA79A}"/>
              </a:ext>
            </a:extLst>
          </p:cNvPr>
          <p:cNvSpPr/>
          <p:nvPr/>
        </p:nvSpPr>
        <p:spPr>
          <a:xfrm>
            <a:off x="10894933" y="5400437"/>
            <a:ext cx="2835235" cy="354330"/>
          </a:xfrm>
          <a:prstGeom prst="rect">
            <a:avLst/>
          </a:prstGeom>
          <a:noFill/>
          <a:ln/>
        </p:spPr>
        <p:txBody>
          <a:bodyPr wrap="none" lIns="0" tIns="0" rIns="0" bIns="0" rtlCol="0" anchor="t"/>
          <a:lstStyle/>
          <a:p>
            <a:pPr marL="0" indent="0" algn="ctr">
              <a:lnSpc>
                <a:spcPts val="2750"/>
              </a:lnSpc>
              <a:buNone/>
            </a:pPr>
            <a:r>
              <a:rPr lang="en-US" sz="2200" b="1" dirty="0">
                <a:latin typeface="The times of new roman"/>
                <a:ea typeface="Alexandria Medium" pitchFamily="34" charset="-122"/>
                <a:cs typeface="Alexandria Medium" pitchFamily="34" charset="-120"/>
              </a:rPr>
              <a:t>Total Customers</a:t>
            </a:r>
            <a:endParaRPr lang="en-US" sz="2200" b="1" dirty="0">
              <a:latin typeface="The times of new roman"/>
            </a:endParaRPr>
          </a:p>
        </p:txBody>
      </p:sp>
    </p:spTree>
    <p:extLst>
      <p:ext uri="{BB962C8B-B14F-4D97-AF65-F5344CB8AC3E}">
        <p14:creationId xmlns:p14="http://schemas.microsoft.com/office/powerpoint/2010/main" val="912503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0">
            <a:extLst>
              <a:ext uri="{FF2B5EF4-FFF2-40B4-BE49-F238E27FC236}">
                <a16:creationId xmlns:a16="http://schemas.microsoft.com/office/drawing/2014/main" id="{25F6BFBF-7AEE-7A37-279C-4015C89F973F}"/>
              </a:ext>
            </a:extLst>
          </p:cNvPr>
          <p:cNvSpPr/>
          <p:nvPr/>
        </p:nvSpPr>
        <p:spPr>
          <a:xfrm>
            <a:off x="793790" y="1376124"/>
            <a:ext cx="7264360" cy="708779"/>
          </a:xfrm>
          <a:prstGeom prst="rect">
            <a:avLst/>
          </a:prstGeom>
          <a:noFill/>
          <a:ln/>
        </p:spPr>
        <p:txBody>
          <a:bodyPr wrap="none" lIns="0" tIns="0" rIns="0" bIns="0" rtlCol="0" anchor="t"/>
          <a:lstStyle/>
          <a:p>
            <a:pPr marL="0" indent="0" algn="l">
              <a:lnSpc>
                <a:spcPts val="5550"/>
              </a:lnSpc>
              <a:buNone/>
            </a:pPr>
            <a:r>
              <a:rPr lang="en-US" sz="4500" b="1" dirty="0">
                <a:solidFill>
                  <a:schemeClr val="bg2"/>
                </a:solidFill>
                <a:latin typeface="The times of new roman"/>
                <a:ea typeface="Alexandria Medium" pitchFamily="34" charset="-122"/>
                <a:cs typeface="Alexandria Medium" pitchFamily="34" charset="-120"/>
              </a:rPr>
              <a:t>Combined Insights (Summary)</a:t>
            </a:r>
            <a:endParaRPr lang="en-US" sz="4500" b="1" dirty="0">
              <a:solidFill>
                <a:schemeClr val="bg2"/>
              </a:solidFill>
              <a:latin typeface="The times of new roman"/>
            </a:endParaRPr>
          </a:p>
        </p:txBody>
      </p:sp>
      <p:sp>
        <p:nvSpPr>
          <p:cNvPr id="24" name="TextBox 23">
            <a:extLst>
              <a:ext uri="{FF2B5EF4-FFF2-40B4-BE49-F238E27FC236}">
                <a16:creationId xmlns:a16="http://schemas.microsoft.com/office/drawing/2014/main" id="{D105042B-7CA0-9738-7D6D-6F0FB8F3510D}"/>
              </a:ext>
            </a:extLst>
          </p:cNvPr>
          <p:cNvSpPr txBox="1"/>
          <p:nvPr/>
        </p:nvSpPr>
        <p:spPr>
          <a:xfrm>
            <a:off x="793790" y="2835103"/>
            <a:ext cx="13484185" cy="5565947"/>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small number of product categories contribute the majority of total sales and revenue.</a:t>
            </a:r>
          </a:p>
          <a:p>
            <a:pPr marL="285750" indent="-28575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Middle-aged customer groups show higher average spending and transaction contribution compared to other age segments.</a:t>
            </a:r>
          </a:p>
          <a:p>
            <a:pPr marL="285750" indent="-28575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Card-based payments are the most preferred payment method among customers.</a:t>
            </a:r>
          </a:p>
          <a:p>
            <a:pPr marL="285750" indent="-28575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Discounted sales contribute less revenue than non-discounted sales, indicating selective discounting is more effective.</a:t>
            </a:r>
          </a:p>
          <a:p>
            <a:pPr marL="285750" indent="-28575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Sales performance varies by season and location, highlighting opportunities for seasonal and regional targeting.</a:t>
            </a:r>
          </a:p>
          <a:p>
            <a:pPr marL="285750" indent="-28575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Clear customer segments can be identified based on spending behavior, age, and purchase patterns.</a:t>
            </a:r>
          </a:p>
          <a:p>
            <a:pPr marL="285750" indent="-285750" algn="just">
              <a:lnSpc>
                <a:spcPct val="150000"/>
              </a:lnSpc>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6202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0">
            <a:extLst>
              <a:ext uri="{FF2B5EF4-FFF2-40B4-BE49-F238E27FC236}">
                <a16:creationId xmlns:a16="http://schemas.microsoft.com/office/drawing/2014/main" id="{36211C00-E552-9E40-66C0-84F3F531E3AD}"/>
              </a:ext>
            </a:extLst>
          </p:cNvPr>
          <p:cNvSpPr/>
          <p:nvPr/>
        </p:nvSpPr>
        <p:spPr>
          <a:xfrm>
            <a:off x="839556" y="1434862"/>
            <a:ext cx="2865669" cy="708779"/>
          </a:xfrm>
          <a:prstGeom prst="rect">
            <a:avLst/>
          </a:prstGeom>
          <a:noFill/>
          <a:ln/>
        </p:spPr>
        <p:txBody>
          <a:bodyPr wrap="none" lIns="0" tIns="0" rIns="0" bIns="0" rtlCol="0" anchor="t"/>
          <a:lstStyle/>
          <a:p>
            <a:pPr marL="0" indent="0" algn="l">
              <a:lnSpc>
                <a:spcPts val="5550"/>
              </a:lnSpc>
              <a:buNone/>
            </a:pPr>
            <a:r>
              <a:rPr lang="en-US" sz="4500" b="1" dirty="0">
                <a:solidFill>
                  <a:schemeClr val="bg2"/>
                </a:solidFill>
                <a:latin typeface="The times of new roman"/>
                <a:ea typeface="Alexandria Medium" pitchFamily="34" charset="-122"/>
                <a:cs typeface="Alexandria Medium" pitchFamily="34" charset="-120"/>
              </a:rPr>
              <a:t>Conclusion</a:t>
            </a:r>
            <a:endParaRPr lang="en-US" sz="4500" b="1" dirty="0">
              <a:solidFill>
                <a:schemeClr val="bg2"/>
              </a:solidFill>
              <a:latin typeface="The times of new roman"/>
            </a:endParaRPr>
          </a:p>
        </p:txBody>
      </p:sp>
      <p:sp>
        <p:nvSpPr>
          <p:cNvPr id="20" name="TextBox 19">
            <a:extLst>
              <a:ext uri="{FF2B5EF4-FFF2-40B4-BE49-F238E27FC236}">
                <a16:creationId xmlns:a16="http://schemas.microsoft.com/office/drawing/2014/main" id="{7728F7B9-DFA6-FA88-87D4-463484855E0B}"/>
              </a:ext>
            </a:extLst>
          </p:cNvPr>
          <p:cNvSpPr txBox="1"/>
          <p:nvPr/>
        </p:nvSpPr>
        <p:spPr>
          <a:xfrm>
            <a:off x="511795" y="2930924"/>
            <a:ext cx="13279049" cy="4728987"/>
          </a:xfrm>
          <a:prstGeom prst="rect">
            <a:avLst/>
          </a:prstGeom>
          <a:noFill/>
        </p:spPr>
        <p:txBody>
          <a:bodyPr wrap="square" rtlCol="0">
            <a:spAutoFit/>
          </a:bodyPr>
          <a:lstStyle/>
          <a:p>
            <a:pPr algn="just">
              <a:lnSpc>
                <a:spcPct val="200000"/>
              </a:lnSpc>
            </a:pPr>
            <a:r>
              <a:rPr lang="en-US" sz="2200" dirty="0">
                <a:latin typeface="Times New Roman" panose="02020603050405020304" pitchFamily="18" charset="0"/>
                <a:cs typeface="Times New Roman" panose="02020603050405020304" pitchFamily="18" charset="0"/>
              </a:rPr>
              <a:t>This customer segmentation analysis successfully identified key patterns in customer purchasing behavior across product categories, age groups, payment methods, seasons, and locations. The results show that middle-aged customers and specific product categories contribute the highest share of total sales and revenue, while card-based payments remain the most preferred transaction method. Discounted sales contribute less revenue compared to non-discounted sales, indicating the need for selective discount strategies. Seasonal and geographic trends further influence overall sales performance. Overall, the insights derived from this project support targeted marketing, optimized pricing strategies, and data-driven business decision-making.</a:t>
            </a:r>
          </a:p>
        </p:txBody>
      </p:sp>
    </p:spTree>
    <p:extLst>
      <p:ext uri="{BB962C8B-B14F-4D97-AF65-F5344CB8AC3E}">
        <p14:creationId xmlns:p14="http://schemas.microsoft.com/office/powerpoint/2010/main" val="1214162473"/>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1650</TotalTime>
  <Words>483</Words>
  <Application>Microsoft Office PowerPoint</Application>
  <PresentationFormat>Custom</PresentationFormat>
  <Paragraphs>46</Paragraphs>
  <Slides>8</Slides>
  <Notes>0</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8</vt:i4>
      </vt:variant>
    </vt:vector>
  </HeadingPairs>
  <TitlesOfParts>
    <vt:vector size="21" baseType="lpstr">
      <vt:lpstr>Arial</vt:lpstr>
      <vt:lpstr>Aptos</vt:lpstr>
      <vt:lpstr>Wingdings</vt:lpstr>
      <vt:lpstr>The times of new roman</vt:lpstr>
      <vt:lpstr>Century Gothic</vt:lpstr>
      <vt:lpstr>Wingdings 3</vt:lpstr>
      <vt:lpstr>Franklin Gothic Heavy</vt:lpstr>
      <vt:lpstr>Times New Roman</vt:lpstr>
      <vt:lpstr>Arial Black</vt:lpstr>
      <vt:lpstr>Aptos Display</vt:lpstr>
      <vt:lpstr>Rockwell</vt:lpstr>
      <vt:lpstr>1_Office Theme</vt:lpstr>
      <vt:lpstr>Ion Boardroom</vt:lpstr>
      <vt:lpstr>       Customer Segmentation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pavan kumar</dc:creator>
  <cp:lastModifiedBy>Dinesha Ky</cp:lastModifiedBy>
  <cp:revision>7</cp:revision>
  <dcterms:created xsi:type="dcterms:W3CDTF">2025-12-09T12:50:35Z</dcterms:created>
  <dcterms:modified xsi:type="dcterms:W3CDTF">2026-01-07T13:25:37Z</dcterms:modified>
</cp:coreProperties>
</file>